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3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4.xml" ContentType="application/vnd.openxmlformats-officedocument.theme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theme/theme5.xml" ContentType="application/vnd.openxmlformats-officedocument.theme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theme/theme6.xml" ContentType="application/vnd.openxmlformats-officedocument.theme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theme/theme7.xml" ContentType="application/vnd.openxmlformats-officedocument.theme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theme/theme8.xml" ContentType="application/vnd.openxmlformats-officedocument.theme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theme/theme9.xml" ContentType="application/vnd.openxmlformats-officedocument.theme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theme/theme10.xml" ContentType="application/vnd.openxmlformats-officedocument.theme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theme/theme11.xml" ContentType="application/vnd.openxmlformats-officedocument.theme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theme/theme12.xml" ContentType="application/vnd.openxmlformats-officedocument.theme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theme/theme13.xml" ContentType="application/vnd.openxmlformats-officedocument.theme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theme/theme14.xml" ContentType="application/vnd.openxmlformats-officedocument.theme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theme/theme15.xml" ContentType="application/vnd.openxmlformats-officedocument.theme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theme/theme16.xml" ContentType="application/vnd.openxmlformats-officedocument.theme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theme/theme17.xml" ContentType="application/vnd.openxmlformats-officedocument.theme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1" r:id="rId2"/>
    <p:sldMasterId id="2147483693" r:id="rId3"/>
    <p:sldMasterId id="2147483726" r:id="rId4"/>
    <p:sldMasterId id="2147483759" r:id="rId5"/>
    <p:sldMasterId id="2147483792" r:id="rId6"/>
    <p:sldMasterId id="2147483825" r:id="rId7"/>
    <p:sldMasterId id="2147483858" r:id="rId8"/>
    <p:sldMasterId id="2147483891" r:id="rId9"/>
    <p:sldMasterId id="2147483924" r:id="rId10"/>
    <p:sldMasterId id="2147483957" r:id="rId11"/>
    <p:sldMasterId id="2147483990" r:id="rId12"/>
    <p:sldMasterId id="2147484023" r:id="rId13"/>
    <p:sldMasterId id="2147484056" r:id="rId14"/>
    <p:sldMasterId id="2147484089" r:id="rId15"/>
    <p:sldMasterId id="2147484122" r:id="rId16"/>
    <p:sldMasterId id="2147484155" r:id="rId17"/>
    <p:sldMasterId id="2147484188" r:id="rId18"/>
  </p:sldMasterIdLst>
  <p:notesMasterIdLst>
    <p:notesMasterId r:id="rId26"/>
  </p:notesMasterIdLst>
  <p:handoutMasterIdLst>
    <p:handoutMasterId r:id="rId27"/>
  </p:handoutMasterIdLst>
  <p:sldIdLst>
    <p:sldId id="256" r:id="rId19"/>
    <p:sldId id="258" r:id="rId20"/>
    <p:sldId id="284" r:id="rId21"/>
    <p:sldId id="283" r:id="rId22"/>
    <p:sldId id="286" r:id="rId23"/>
    <p:sldId id="295" r:id="rId24"/>
    <p:sldId id="296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952BCF-179C-4951-86C0-8225654F9836}">
          <p14:sldIdLst>
            <p14:sldId id="256"/>
            <p14:sldId id="258"/>
            <p14:sldId id="284"/>
            <p14:sldId id="283"/>
            <p14:sldId id="286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C"/>
    <a:srgbClr val="33CC33"/>
    <a:srgbClr val="FF9900"/>
    <a:srgbClr val="0A777F"/>
    <a:srgbClr val="FFB9FF"/>
    <a:srgbClr val="2F57B2"/>
    <a:srgbClr val="323F4B"/>
    <a:srgbClr val="FFFFFF"/>
    <a:srgbClr val="000000"/>
    <a:srgbClr val="0000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9" autoAdjust="0"/>
    <p:restoredTop sz="95137" autoAdjust="0"/>
  </p:normalViewPr>
  <p:slideViewPr>
    <p:cSldViewPr snapToGrid="0" showGuides="1">
      <p:cViewPr varScale="1">
        <p:scale>
          <a:sx n="91" d="100"/>
          <a:sy n="91" d="100"/>
        </p:scale>
        <p:origin x="49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403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2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5.xml"/><Relationship Id="rId28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4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AUROC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008C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Converter B</c:v>
                </c:pt>
                <c:pt idx="1">
                  <c:v>Converter A</c:v>
                </c:pt>
                <c:pt idx="2">
                  <c:v>Frozen 
Backbone</c:v>
                </c:pt>
                <c:pt idx="3">
                  <c:v>Classification 
Head</c:v>
                </c:pt>
                <c:pt idx="4">
                  <c:v>Unfrozen 
Backbone</c:v>
                </c:pt>
                <c:pt idx="5">
                  <c:v>Scratch</c:v>
                </c:pt>
                <c:pt idx="6">
                  <c:v>FFT Converter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0.76219999999999999</c:v>
                </c:pt>
                <c:pt idx="1">
                  <c:v>0.69689999999999996</c:v>
                </c:pt>
                <c:pt idx="2">
                  <c:v>0.89139999999999997</c:v>
                </c:pt>
                <c:pt idx="3">
                  <c:v>0.93459999999999999</c:v>
                </c:pt>
                <c:pt idx="4">
                  <c:v>0.89859999999999995</c:v>
                </c:pt>
                <c:pt idx="5">
                  <c:v>0.70099999999999996</c:v>
                </c:pt>
                <c:pt idx="6">
                  <c:v>0.53310000000000002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75-43E6-93E7-CF7FE7D4C2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6776943"/>
        <c:axId val="586778383"/>
      </c:barChart>
      <c:catAx>
        <c:axId val="586776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6778383"/>
        <c:crosses val="autoZero"/>
        <c:auto val="1"/>
        <c:lblAlgn val="ctr"/>
        <c:lblOffset val="100"/>
        <c:noMultiLvlLbl val="0"/>
      </c:catAx>
      <c:valAx>
        <c:axId val="586778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6776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AUPRC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008C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Converter B</c:v>
                </c:pt>
                <c:pt idx="1">
                  <c:v>Converter A</c:v>
                </c:pt>
                <c:pt idx="2">
                  <c:v>Frozen 
Backbone</c:v>
                </c:pt>
                <c:pt idx="3">
                  <c:v>Classification 
Head</c:v>
                </c:pt>
                <c:pt idx="4">
                  <c:v>Unfrozen 
Backbone</c:v>
                </c:pt>
                <c:pt idx="5">
                  <c:v>Scratch</c:v>
                </c:pt>
                <c:pt idx="6">
                  <c:v>FFT 
Converter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0.68120000000000003</c:v>
                </c:pt>
                <c:pt idx="1">
                  <c:v>0.63859999999999995</c:v>
                </c:pt>
                <c:pt idx="2">
                  <c:v>0.8075</c:v>
                </c:pt>
                <c:pt idx="3">
                  <c:v>0.89639999999999997</c:v>
                </c:pt>
                <c:pt idx="4">
                  <c:v>0.78200000000000003</c:v>
                </c:pt>
                <c:pt idx="5">
                  <c:v>0.54710000000000003</c:v>
                </c:pt>
                <c:pt idx="6">
                  <c:v>0.64319999999999999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C4-4D5B-8762-3F9269B51E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6776943"/>
        <c:axId val="586778383"/>
      </c:barChart>
      <c:catAx>
        <c:axId val="586776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6778383"/>
        <c:crosses val="autoZero"/>
        <c:auto val="1"/>
        <c:lblAlgn val="ctr"/>
        <c:lblOffset val="100"/>
        <c:noMultiLvlLbl val="0"/>
      </c:catAx>
      <c:valAx>
        <c:axId val="586778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6776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67984-F0B9-4D31-A8F6-8AF021B9C2EF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2D436-8D5A-47CC-AED7-9827D8D39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60CC-0992-4111-87D3-C02B03B2EA6C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EB764-55E2-4077-8C7A-EB9EFE7145E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EB764-55E2-4077-8C7A-EB9EFE7145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02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emf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6.svg"/><Relationship Id="rId4" Type="http://schemas.openxmlformats.org/officeDocument/2006/relationships/image" Target="../media/image19.png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emf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emf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emf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emf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emf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emf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emf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56.svg"/><Relationship Id="rId4" Type="http://schemas.openxmlformats.org/officeDocument/2006/relationships/image" Target="../media/image19.png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56.svg"/><Relationship Id="rId4" Type="http://schemas.openxmlformats.org/officeDocument/2006/relationships/image" Target="../media/image19.png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6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6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emf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emf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emf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emf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emf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emf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emf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6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6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6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6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6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6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66.svg"/><Relationship Id="rId4" Type="http://schemas.openxmlformats.org/officeDocument/2006/relationships/image" Target="../media/image19.png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7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7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emf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emf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emf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emf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emf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emf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emf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7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7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/Relationships>
</file>

<file path=ppt/slideLayouts/_rels/slideLayout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66.svg"/><Relationship Id="rId4" Type="http://schemas.openxmlformats.org/officeDocument/2006/relationships/image" Target="../media/image19.png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8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8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3.emf"/></Relationships>
</file>

<file path=ppt/slideLayouts/_rels/slideLayout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3.emf"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3.emf"/></Relationships>
</file>

<file path=ppt/slideLayouts/_rels/slideLayout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3.emf"/></Relationships>
</file>

<file path=ppt/slideLayouts/_rels/slideLayout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3.emf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3.emf"/></Relationships>
</file>

<file path=ppt/slideLayouts/_rels/slideLayout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3.emf"/></Relationships>
</file>

<file path=ppt/slideLayouts/_rels/slideLayout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8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8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8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8.xml"/></Relationships>
</file>

<file path=ppt/slideLayouts/_rels/slideLayout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8.xml"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8.xml"/></Relationships>
</file>

<file path=ppt/slideLayouts/_rels/slideLayout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66.svg"/><Relationship Id="rId4" Type="http://schemas.openxmlformats.org/officeDocument/2006/relationships/image" Target="../media/image19.png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9.xml"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9.xm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3.emf"/></Relationships>
</file>

<file path=ppt/slideLayouts/_rels/slideLayout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3.emf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3.emf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3.emf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3.emf"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3.emf"/></Relationships>
</file>

<file path=ppt/slideLayouts/_rels/slideLayout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3.emf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9.xml"/></Relationships>
</file>

<file path=ppt/slideLayouts/_rels/slideLayout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9.xml"/></Relationships>
</file>

<file path=ppt/slideLayouts/_rels/slideLayout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9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9.xml"/></Relationships>
</file>

<file path=ppt/slideLayouts/_rels/slideLayout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9.xml"/></Relationships>
</file>

<file path=ppt/slideLayouts/_rels/slideLayout2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9.xml"/></Relationships>
</file>

<file path=ppt/slideLayouts/_rels/slideLayout2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76.svg"/><Relationship Id="rId4" Type="http://schemas.openxmlformats.org/officeDocument/2006/relationships/image" Target="../media/image19.png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0.xml"/></Relationships>
</file>

<file path=ppt/slideLayouts/_rels/slideLayout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0.xml"/></Relationships>
</file>

<file path=ppt/slideLayouts/_rels/slideLayout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3.emf"/></Relationships>
</file>

<file path=ppt/slideLayouts/_rels/slideLayout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3.emf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3.emf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3.emf"/></Relationships>
</file>

<file path=ppt/slideLayouts/_rels/slideLayout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3.emf"/></Relationships>
</file>

<file path=ppt/slideLayouts/_rels/slideLayout2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3.emf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3.emf"/></Relationships>
</file>

<file path=ppt/slideLayouts/_rels/slideLayout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0.xml"/></Relationships>
</file>

<file path=ppt/slideLayouts/_rels/slideLayout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0.xml"/></Relationships>
</file>

<file path=ppt/slideLayouts/_rels/slideLayout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0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0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0.xml"/></Relationships>
</file>

<file path=ppt/slideLayouts/_rels/slideLayout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76.svg"/><Relationship Id="rId4" Type="http://schemas.openxmlformats.org/officeDocument/2006/relationships/image" Target="../media/image19.png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1.xml"/></Relationships>
</file>

<file path=ppt/slideLayouts/_rels/slideLayout3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1.xml"/></Relationships>
</file>

<file path=ppt/slideLayouts/_rels/slideLayout3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3.emf"/></Relationships>
</file>

<file path=ppt/slideLayouts/_rels/slideLayout3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3.emf"/></Relationships>
</file>

<file path=ppt/slideLayouts/_rels/slideLayout3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3.emf"/></Relationships>
</file>

<file path=ppt/slideLayouts/_rels/slideLayout3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3.emf"/></Relationships>
</file>

<file path=ppt/slideLayouts/_rels/slideLayout3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3.emf"/></Relationships>
</file>

<file path=ppt/slideLayouts/_rels/slideLayout3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3.emf"/></Relationships>
</file>

<file path=ppt/slideLayouts/_rels/slideLayout3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3.emf"/></Relationships>
</file>

<file path=ppt/slideLayouts/_rels/slideLayout3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1.xml"/></Relationships>
</file>

<file path=ppt/slideLayouts/_rels/slideLayout3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1.xml"/></Relationships>
</file>

<file path=ppt/slideLayouts/_rels/slideLayout3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1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1.xml"/></Relationships>
</file>

<file path=ppt/slideLayouts/_rels/slideLayout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1.xml"/></Relationships>
</file>

<file path=ppt/slideLayouts/_rels/slideLayout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1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76.svg"/><Relationship Id="rId4" Type="http://schemas.openxmlformats.org/officeDocument/2006/relationships/image" Target="../media/image19.png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2.xml"/></Relationships>
</file>

<file path=ppt/slideLayouts/_rels/slideLayout3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2.xml"/></Relationships>
</file>

<file path=ppt/slideLayouts/_rels/slideLayout3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3.emf"/></Relationships>
</file>

<file path=ppt/slideLayouts/_rels/slideLayout3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3.emf"/></Relationships>
</file>

<file path=ppt/slideLayouts/_rels/slideLayout3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3.emf"/></Relationships>
</file>

<file path=ppt/slideLayouts/_rels/slideLayout3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3.emf"/></Relationships>
</file>

<file path=ppt/slideLayouts/_rels/slideLayout3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3.emf"/></Relationships>
</file>

<file path=ppt/slideLayouts/_rels/slideLayout3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3.emf"/></Relationships>
</file>

<file path=ppt/slideLayouts/_rels/slideLayout3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3.emf"/></Relationships>
</file>

<file path=ppt/slideLayouts/_rels/slideLayout3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2.xml"/></Relationships>
</file>

<file path=ppt/slideLayouts/_rels/slideLayout3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2.xml"/></Relationships>
</file>

<file path=ppt/slideLayouts/_rels/slideLayout3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2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3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3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2.xml"/></Relationships>
</file>

<file path=ppt/slideLayouts/_rels/slideLayout3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86.svg"/><Relationship Id="rId4" Type="http://schemas.openxmlformats.org/officeDocument/2006/relationships/image" Target="../media/image19.png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3.xml"/></Relationships>
</file>

<file path=ppt/slideLayouts/_rels/slideLayout3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3.xml"/></Relationships>
</file>

<file path=ppt/slideLayouts/_rels/slideLayout3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3.emf"/></Relationships>
</file>

<file path=ppt/slideLayouts/_rels/slideLayout3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3.emf"/></Relationships>
</file>

<file path=ppt/slideLayouts/_rels/slideLayout3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3.emf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3.emf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3.emf"/></Relationships>
</file>

<file path=ppt/slideLayouts/_rels/slideLayout3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3.emf"/></Relationships>
</file>

<file path=ppt/slideLayouts/_rels/slideLayout3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3.emf"/></Relationships>
</file>

<file path=ppt/slideLayouts/_rels/slideLayout3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3.xml"/></Relationships>
</file>

<file path=ppt/slideLayouts/_rels/slideLayout3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3.xml"/></Relationships>
</file>

<file path=ppt/slideLayouts/_rels/slideLayout3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3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3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3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3.xml"/><Relationship Id="rId5" Type="http://schemas.openxmlformats.org/officeDocument/2006/relationships/image" Target="../media/image86.svg"/><Relationship Id="rId4" Type="http://schemas.openxmlformats.org/officeDocument/2006/relationships/image" Target="../media/image19.png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4.xml"/></Relationships>
</file>

<file path=ppt/slideLayouts/_rels/slideLayout3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4.xml"/></Relationships>
</file>

<file path=ppt/slideLayouts/_rels/slideLayout3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3.emf"/></Relationships>
</file>

<file path=ppt/slideLayouts/_rels/slideLayout4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3.emf"/></Relationships>
</file>

<file path=ppt/slideLayouts/_rels/slideLayout4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3.emf"/></Relationships>
</file>

<file path=ppt/slideLayouts/_rels/slideLayout4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3.emf"/></Relationships>
</file>

<file path=ppt/slideLayouts/_rels/slideLayout4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3.emf"/></Relationships>
</file>

<file path=ppt/slideLayouts/_rels/slideLayout4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3.emf"/></Relationships>
</file>

<file path=ppt/slideLayouts/_rels/slideLayout4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3.emf"/></Relationships>
</file>

<file path=ppt/slideLayouts/_rels/slideLayout4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4.xml"/></Relationships>
</file>

<file path=ppt/slideLayouts/_rels/slideLayout4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4.xml"/></Relationships>
</file>

<file path=ppt/slideLayouts/_rels/slideLayout4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4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4.xml"/></Relationships>
</file>

<file path=ppt/slideLayouts/_rels/slideLayout4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4.xml"/></Relationships>
</file>

<file path=ppt/slideLayouts/_rels/slideLayout4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4.xml"/></Relationships>
</file>

<file path=ppt/slideLayouts/_rels/slideLayout4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4.xml"/><Relationship Id="rId5" Type="http://schemas.openxmlformats.org/officeDocument/2006/relationships/image" Target="../media/image86.svg"/><Relationship Id="rId4" Type="http://schemas.openxmlformats.org/officeDocument/2006/relationships/image" Target="../media/image19.png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5.xml"/></Relationships>
</file>

<file path=ppt/slideLayouts/_rels/slideLayout4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5.xml"/></Relationships>
</file>

<file path=ppt/slideLayouts/_rels/slideLayout4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.emf"/></Relationships>
</file>

<file path=ppt/slideLayouts/_rels/slideLayout4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.emf"/></Relationships>
</file>

<file path=ppt/slideLayouts/_rels/slideLayout4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.emf"/></Relationships>
</file>

<file path=ppt/slideLayouts/_rels/slideLayout4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.emf"/></Relationships>
</file>

<file path=ppt/slideLayouts/_rels/slideLayout4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.emf"/></Relationships>
</file>

<file path=ppt/slideLayouts/_rels/slideLayout4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.emf"/></Relationships>
</file>

<file path=ppt/slideLayouts/_rels/slideLayout4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.emf"/></Relationships>
</file>

<file path=ppt/slideLayouts/_rels/slideLayout4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5.xml"/></Relationships>
</file>

<file path=ppt/slideLayouts/_rels/slideLayout4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5.xml"/></Relationships>
</file>

<file path=ppt/slideLayouts/_rels/slideLayout4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5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5.xml"/></Relationships>
</file>

<file path=ppt/slideLayouts/_rels/slideLayout4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5.xml"/></Relationships>
</file>

<file path=ppt/slideLayouts/_rels/slideLayout4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5.xml"/></Relationships>
</file>

<file path=ppt/slideLayouts/_rels/slideLayout4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5.xml"/><Relationship Id="rId5" Type="http://schemas.openxmlformats.org/officeDocument/2006/relationships/image" Target="../media/image96.svg"/><Relationship Id="rId4" Type="http://schemas.openxmlformats.org/officeDocument/2006/relationships/image" Target="../media/image19.png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6.xml"/></Relationships>
</file>

<file path=ppt/slideLayouts/_rels/slideLayout4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6.xml"/></Relationships>
</file>

<file path=ppt/slideLayouts/_rels/slideLayout4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3.emf"/></Relationships>
</file>

<file path=ppt/slideLayouts/_rels/slideLayout4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3.emf"/></Relationships>
</file>

<file path=ppt/slideLayouts/_rels/slideLayout4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3.emf"/></Relationships>
</file>

<file path=ppt/slideLayouts/_rels/slideLayout4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3.emf"/></Relationships>
</file>

<file path=ppt/slideLayouts/_rels/slideLayout4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3.emf"/></Relationships>
</file>

<file path=ppt/slideLayouts/_rels/slideLayout4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3.emf"/></Relationships>
</file>

<file path=ppt/slideLayouts/_rels/slideLayout4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3.emf"/></Relationships>
</file>

<file path=ppt/slideLayouts/_rels/slideLayout4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6.xml"/></Relationships>
</file>

<file path=ppt/slideLayouts/_rels/slideLayout4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6.xml"/></Relationships>
</file>

<file path=ppt/slideLayouts/_rels/slideLayout4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6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6.xml"/></Relationships>
</file>

<file path=ppt/slideLayouts/_rels/slideLayout4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6.xml"/></Relationships>
</file>

<file path=ppt/slideLayouts/_rels/slideLayout4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6.xml"/></Relationships>
</file>

<file path=ppt/slideLayouts/_rels/slideLayout4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6.xml"/><Relationship Id="rId5" Type="http://schemas.openxmlformats.org/officeDocument/2006/relationships/image" Target="../media/image96.svg"/><Relationship Id="rId4" Type="http://schemas.openxmlformats.org/officeDocument/2006/relationships/image" Target="../media/image19.png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7.xml"/></Relationships>
</file>

<file path=ppt/slideLayouts/_rels/slideLayout4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7.xml"/></Relationships>
</file>

<file path=ppt/slideLayouts/_rels/slideLayout4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3.emf"/></Relationships>
</file>

<file path=ppt/slideLayouts/_rels/slideLayout4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3.emf"/></Relationships>
</file>

<file path=ppt/slideLayouts/_rels/slideLayout4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3.emf"/></Relationships>
</file>

<file path=ppt/slideLayouts/_rels/slideLayout4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3.emf"/></Relationships>
</file>

<file path=ppt/slideLayouts/_rels/slideLayout4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3.emf"/></Relationships>
</file>

<file path=ppt/slideLayouts/_rels/slideLayout5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3.emf"/></Relationships>
</file>

<file path=ppt/slideLayouts/_rels/slideLayout5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3.emf"/></Relationships>
</file>

<file path=ppt/slideLayouts/_rels/slideLayout5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7.xml"/></Relationships>
</file>

<file path=ppt/slideLayouts/_rels/slideLayout5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7.xml"/></Relationships>
</file>

<file path=ppt/slideLayouts/_rels/slideLayout5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7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7.xml"/></Relationships>
</file>

<file path=ppt/slideLayouts/_rels/slideLayout5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7.xml"/></Relationships>
</file>

<file path=ppt/slideLayouts/_rels/slideLayout5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7.xml"/></Relationships>
</file>

<file path=ppt/slideLayouts/_rels/slideLayout5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7.xml"/><Relationship Id="rId5" Type="http://schemas.openxmlformats.org/officeDocument/2006/relationships/image" Target="../media/image96.svg"/><Relationship Id="rId4" Type="http://schemas.openxmlformats.org/officeDocument/2006/relationships/image" Target="../media/image19.png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8.xml"/></Relationships>
</file>

<file path=ppt/slideLayouts/_rels/slideLayout5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8.xml"/></Relationships>
</file>

<file path=ppt/slideLayouts/_rels/slideLayout5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8.xml"/><Relationship Id="rId4" Type="http://schemas.openxmlformats.org/officeDocument/2006/relationships/image" Target="../media/image3.emf"/></Relationships>
</file>

<file path=ppt/slideLayouts/_rels/slideLayout5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8.xml"/><Relationship Id="rId4" Type="http://schemas.openxmlformats.org/officeDocument/2006/relationships/image" Target="../media/image3.emf"/></Relationships>
</file>

<file path=ppt/slideLayouts/_rels/slideLayout5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8.xml"/><Relationship Id="rId4" Type="http://schemas.openxmlformats.org/officeDocument/2006/relationships/image" Target="../media/image3.emf"/></Relationships>
</file>

<file path=ppt/slideLayouts/_rels/slideLayout5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Relationship Id="rId4" Type="http://schemas.openxmlformats.org/officeDocument/2006/relationships/image" Target="../media/image3.emf"/></Relationships>
</file>

<file path=ppt/slideLayouts/_rels/slideLayout5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8.xml"/><Relationship Id="rId4" Type="http://schemas.openxmlformats.org/officeDocument/2006/relationships/image" Target="../media/image3.emf"/></Relationships>
</file>

<file path=ppt/slideLayouts/_rels/slideLayout5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8.xml"/><Relationship Id="rId4" Type="http://schemas.openxmlformats.org/officeDocument/2006/relationships/image" Target="../media/image3.emf"/></Relationships>
</file>

<file path=ppt/slideLayouts/_rels/slideLayout5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8.xml"/><Relationship Id="rId4" Type="http://schemas.openxmlformats.org/officeDocument/2006/relationships/image" Target="../media/image3.emf"/></Relationships>
</file>

<file path=ppt/slideLayouts/_rels/slideLayout5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8.xml"/></Relationships>
</file>

<file path=ppt/slideLayouts/_rels/slideLayout5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8.xml"/></Relationships>
</file>

<file path=ppt/slideLayouts/_rels/slideLayout5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8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8.xml"/></Relationships>
</file>

<file path=ppt/slideLayouts/_rels/slideLayout5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8.xml"/></Relationships>
</file>

<file path=ppt/slideLayouts/_rels/slideLayout5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8.xml"/></Relationships>
</file>

<file path=ppt/slideLayouts/_rels/slideLayout5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8.xml"/><Relationship Id="rId5" Type="http://schemas.openxmlformats.org/officeDocument/2006/relationships/image" Target="../media/image106.svg"/><Relationship Id="rId4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7056120"/>
            <a:ext cx="23070503" cy="2307050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1" y="2997200"/>
            <a:ext cx="10972800" cy="719138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1" y="4297679"/>
            <a:ext cx="10972800" cy="1544321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58240" y="-6925627"/>
            <a:ext cx="14660880" cy="1466088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36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" name="Grafik 7"/>
          <p:cNvGrpSpPr/>
          <p:nvPr/>
        </p:nvGrpSpPr>
        <p:grpSpPr>
          <a:xfrm rot="5400000">
            <a:off x="-5498743" y="-5465484"/>
            <a:ext cx="17788812" cy="17788968"/>
            <a:chOff x="-14264640" y="-3715061"/>
            <a:chExt cx="22488583" cy="22488781"/>
          </a:xfrm>
          <a:solidFill>
            <a:schemeClr val="accent2"/>
          </a:solidFill>
        </p:grpSpPr>
        <p:sp>
          <p:nvSpPr>
            <p:cNvPr id="6" name="Freihandform: Form 5"/>
            <p:cNvSpPr/>
            <p:nvPr/>
          </p:nvSpPr>
          <p:spPr>
            <a:xfrm>
              <a:off x="-7293192" y="-3715061"/>
              <a:ext cx="15517136" cy="14730115"/>
            </a:xfrm>
            <a:custGeom>
              <a:avLst/>
              <a:gdLst>
                <a:gd name="connsiteX0" fmla="*/ 15517137 w 15517136"/>
                <a:gd name="connsiteY0" fmla="*/ 13362007 h 14730115"/>
                <a:gd name="connsiteX1" fmla="*/ 7758668 w 15517136"/>
                <a:gd name="connsiteY1" fmla="*/ 14730115 h 14730115"/>
                <a:gd name="connsiteX2" fmla="*/ 7758668 w 15517136"/>
                <a:gd name="connsiteY2" fmla="*/ 7758667 h 14730115"/>
                <a:gd name="connsiteX3" fmla="*/ 0 w 15517136"/>
                <a:gd name="connsiteY3" fmla="*/ 0 h 14730115"/>
                <a:gd name="connsiteX4" fmla="*/ 8930316 w 15517136"/>
                <a:gd name="connsiteY4" fmla="*/ 198 h 14730115"/>
                <a:gd name="connsiteX5" fmla="*/ 15517137 w 15517136"/>
                <a:gd name="connsiteY5" fmla="*/ 6586821 h 14730115"/>
                <a:gd name="connsiteX6" fmla="*/ 15517137 w 15517136"/>
                <a:gd name="connsiteY6" fmla="*/ 13362007 h 14730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136" h="14730115">
                  <a:moveTo>
                    <a:pt x="15517137" y="13362007"/>
                  </a:moveTo>
                  <a:lnTo>
                    <a:pt x="7758668" y="14730115"/>
                  </a:lnTo>
                  <a:lnTo>
                    <a:pt x="7758668" y="7758667"/>
                  </a:lnTo>
                  <a:lnTo>
                    <a:pt x="0" y="0"/>
                  </a:lnTo>
                  <a:lnTo>
                    <a:pt x="8930316" y="198"/>
                  </a:lnTo>
                  <a:lnTo>
                    <a:pt x="15517137" y="6586821"/>
                  </a:lnTo>
                  <a:lnTo>
                    <a:pt x="15517137" y="13362007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ihandform: Form 6"/>
            <p:cNvSpPr/>
            <p:nvPr/>
          </p:nvSpPr>
          <p:spPr>
            <a:xfrm>
              <a:off x="-14264640" y="4043604"/>
              <a:ext cx="15517334" cy="14730114"/>
            </a:xfrm>
            <a:custGeom>
              <a:avLst/>
              <a:gdLst>
                <a:gd name="connsiteX0" fmla="*/ 0 w 15517334"/>
                <a:gd name="connsiteY0" fmla="*/ 1368109 h 14730114"/>
                <a:gd name="connsiteX1" fmla="*/ 7758470 w 15517334"/>
                <a:gd name="connsiteY1" fmla="*/ 0 h 14730114"/>
                <a:gd name="connsiteX2" fmla="*/ 7758470 w 15517334"/>
                <a:gd name="connsiteY2" fmla="*/ 6971449 h 14730114"/>
                <a:gd name="connsiteX3" fmla="*/ 15517335 w 15517334"/>
                <a:gd name="connsiteY3" fmla="*/ 14730115 h 14730114"/>
                <a:gd name="connsiteX4" fmla="*/ 6586822 w 15517334"/>
                <a:gd name="connsiteY4" fmla="*/ 14730115 h 14730114"/>
                <a:gd name="connsiteX5" fmla="*/ 0 w 15517334"/>
                <a:gd name="connsiteY5" fmla="*/ 8143294 h 14730114"/>
                <a:gd name="connsiteX6" fmla="*/ 0 w 15517334"/>
                <a:gd name="connsiteY6" fmla="*/ 1368109 h 1473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334" h="14730114">
                  <a:moveTo>
                    <a:pt x="0" y="1368109"/>
                  </a:moveTo>
                  <a:lnTo>
                    <a:pt x="7758470" y="0"/>
                  </a:lnTo>
                  <a:lnTo>
                    <a:pt x="7758470" y="6971449"/>
                  </a:lnTo>
                  <a:lnTo>
                    <a:pt x="15517335" y="14730115"/>
                  </a:lnTo>
                  <a:lnTo>
                    <a:pt x="6586822" y="14730115"/>
                  </a:lnTo>
                  <a:lnTo>
                    <a:pt x="0" y="8143294"/>
                  </a:lnTo>
                  <a:lnTo>
                    <a:pt x="0" y="1368109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1052513"/>
            <a:ext cx="7250113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2286952"/>
            <a:ext cx="7250113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475330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600" y="1052513"/>
            <a:ext cx="4441826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600" y="2286952"/>
            <a:ext cx="4441826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445953" y="-7589795"/>
            <a:ext cx="39323474" cy="2336855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1052513"/>
            <a:ext cx="53340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2286952"/>
            <a:ext cx="5334000" cy="108965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A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568399" y="-22289839"/>
            <a:ext cx="37239647" cy="53967254"/>
          </a:xfrm>
          <a:prstGeom prst="rect">
            <a:avLst/>
          </a:prstGeom>
        </p:spPr>
      </p:pic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ariabel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" name="Grafik 4"/>
          <p:cNvGrpSpPr/>
          <p:nvPr/>
        </p:nvGrpSpPr>
        <p:grpSpPr>
          <a:xfrm>
            <a:off x="-405658" y="3429000"/>
            <a:ext cx="9915402" cy="9915509"/>
            <a:chOff x="-2484427" y="3470322"/>
            <a:chExt cx="9915402" cy="9915509"/>
          </a:xfrm>
          <a:solidFill>
            <a:schemeClr val="accent3"/>
          </a:solidFill>
        </p:grpSpPr>
        <p:sp>
          <p:nvSpPr>
            <p:cNvPr id="8" name="Freihandform: Form 7"/>
            <p:cNvSpPr/>
            <p:nvPr/>
          </p:nvSpPr>
          <p:spPr>
            <a:xfrm>
              <a:off x="589282" y="3470322"/>
              <a:ext cx="6841692" cy="6494555"/>
            </a:xfrm>
            <a:custGeom>
              <a:avLst/>
              <a:gdLst>
                <a:gd name="connsiteX0" fmla="*/ 6841692 w 6841692"/>
                <a:gd name="connsiteY0" fmla="*/ 5891446 h 6494555"/>
                <a:gd name="connsiteX1" fmla="*/ 3420846 w 6841692"/>
                <a:gd name="connsiteY1" fmla="*/ 6494556 h 6494555"/>
                <a:gd name="connsiteX2" fmla="*/ 3420846 w 6841692"/>
                <a:gd name="connsiteY2" fmla="*/ 3420846 h 6494555"/>
                <a:gd name="connsiteX3" fmla="*/ 0 w 6841692"/>
                <a:gd name="connsiteY3" fmla="*/ 0 h 6494555"/>
                <a:gd name="connsiteX4" fmla="*/ 3937465 w 6841692"/>
                <a:gd name="connsiteY4" fmla="*/ 0 h 6494555"/>
                <a:gd name="connsiteX5" fmla="*/ 6841692 w 6841692"/>
                <a:gd name="connsiteY5" fmla="*/ 2904228 h 6494555"/>
                <a:gd name="connsiteX6" fmla="*/ 6841692 w 6841692"/>
                <a:gd name="connsiteY6" fmla="*/ 5891446 h 649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1692" h="6494555">
                  <a:moveTo>
                    <a:pt x="6841692" y="5891446"/>
                  </a:moveTo>
                  <a:lnTo>
                    <a:pt x="3420846" y="6494556"/>
                  </a:lnTo>
                  <a:lnTo>
                    <a:pt x="3420846" y="3420846"/>
                  </a:lnTo>
                  <a:lnTo>
                    <a:pt x="0" y="0"/>
                  </a:lnTo>
                  <a:lnTo>
                    <a:pt x="3937465" y="0"/>
                  </a:lnTo>
                  <a:lnTo>
                    <a:pt x="6841692" y="2904228"/>
                  </a:lnTo>
                  <a:lnTo>
                    <a:pt x="6841692" y="5891446"/>
                  </a:lnTo>
                  <a:close/>
                </a:path>
              </a:pathLst>
            </a:custGeom>
            <a:solidFill>
              <a:schemeClr val="accent3"/>
            </a:solidFill>
            <a:ln w="10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/>
            <p:cNvSpPr/>
            <p:nvPr/>
          </p:nvSpPr>
          <p:spPr>
            <a:xfrm>
              <a:off x="-2484427" y="6891168"/>
              <a:ext cx="6841692" cy="6494663"/>
            </a:xfrm>
            <a:custGeom>
              <a:avLst/>
              <a:gdLst>
                <a:gd name="connsiteX0" fmla="*/ 0 w 6841692"/>
                <a:gd name="connsiteY0" fmla="*/ 603218 h 6494663"/>
                <a:gd name="connsiteX1" fmla="*/ 3420846 w 6841692"/>
                <a:gd name="connsiteY1" fmla="*/ 0 h 6494663"/>
                <a:gd name="connsiteX2" fmla="*/ 3420846 w 6841692"/>
                <a:gd name="connsiteY2" fmla="*/ 3073710 h 6494663"/>
                <a:gd name="connsiteX3" fmla="*/ 6841692 w 6841692"/>
                <a:gd name="connsiteY3" fmla="*/ 6494664 h 6494663"/>
                <a:gd name="connsiteX4" fmla="*/ 2904228 w 6841692"/>
                <a:gd name="connsiteY4" fmla="*/ 6494557 h 6494663"/>
                <a:gd name="connsiteX5" fmla="*/ 0 w 6841692"/>
                <a:gd name="connsiteY5" fmla="*/ 3590435 h 6494663"/>
                <a:gd name="connsiteX6" fmla="*/ 0 w 6841692"/>
                <a:gd name="connsiteY6" fmla="*/ 603218 h 64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1692" h="6494663">
                  <a:moveTo>
                    <a:pt x="0" y="603218"/>
                  </a:moveTo>
                  <a:lnTo>
                    <a:pt x="3420846" y="0"/>
                  </a:lnTo>
                  <a:lnTo>
                    <a:pt x="3420846" y="3073710"/>
                  </a:lnTo>
                  <a:lnTo>
                    <a:pt x="6841692" y="6494664"/>
                  </a:lnTo>
                  <a:lnTo>
                    <a:pt x="2904228" y="6494557"/>
                  </a:lnTo>
                  <a:lnTo>
                    <a:pt x="0" y="3590435"/>
                  </a:lnTo>
                  <a:lnTo>
                    <a:pt x="0" y="603218"/>
                  </a:lnTo>
                  <a:close/>
                </a:path>
              </a:pathLst>
            </a:custGeom>
            <a:solidFill>
              <a:schemeClr val="accent3"/>
            </a:solidFill>
            <a:ln w="10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11" name="Grafik 4"/>
          <p:cNvGrpSpPr/>
          <p:nvPr/>
        </p:nvGrpSpPr>
        <p:grpSpPr>
          <a:xfrm>
            <a:off x="7434200" y="-4200743"/>
            <a:ext cx="9915402" cy="9915508"/>
            <a:chOff x="5985122" y="-4829851"/>
            <a:chExt cx="9915402" cy="9915508"/>
          </a:xfrm>
          <a:solidFill>
            <a:schemeClr val="accent3"/>
          </a:solidFill>
        </p:grpSpPr>
        <p:sp>
          <p:nvSpPr>
            <p:cNvPr id="12" name="Freihandform: Form 11"/>
            <p:cNvSpPr/>
            <p:nvPr/>
          </p:nvSpPr>
          <p:spPr>
            <a:xfrm>
              <a:off x="9058832" y="-4829851"/>
              <a:ext cx="6841692" cy="6494662"/>
            </a:xfrm>
            <a:custGeom>
              <a:avLst/>
              <a:gdLst>
                <a:gd name="connsiteX0" fmla="*/ 6841693 w 6841692"/>
                <a:gd name="connsiteY0" fmla="*/ 5891446 h 6494662"/>
                <a:gd name="connsiteX1" fmla="*/ 3420847 w 6841692"/>
                <a:gd name="connsiteY1" fmla="*/ 6494662 h 6494662"/>
                <a:gd name="connsiteX2" fmla="*/ 3420847 w 6841692"/>
                <a:gd name="connsiteY2" fmla="*/ 3420846 h 6494662"/>
                <a:gd name="connsiteX3" fmla="*/ 0 w 6841692"/>
                <a:gd name="connsiteY3" fmla="*/ 0 h 6494662"/>
                <a:gd name="connsiteX4" fmla="*/ 3937465 w 6841692"/>
                <a:gd name="connsiteY4" fmla="*/ 0 h 6494662"/>
                <a:gd name="connsiteX5" fmla="*/ 6841693 w 6841692"/>
                <a:gd name="connsiteY5" fmla="*/ 2904228 h 6494662"/>
                <a:gd name="connsiteX6" fmla="*/ 6841693 w 6841692"/>
                <a:gd name="connsiteY6" fmla="*/ 5891446 h 64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1692" h="6494662">
                  <a:moveTo>
                    <a:pt x="6841693" y="5891446"/>
                  </a:moveTo>
                  <a:lnTo>
                    <a:pt x="3420847" y="6494662"/>
                  </a:lnTo>
                  <a:lnTo>
                    <a:pt x="3420847" y="3420846"/>
                  </a:lnTo>
                  <a:lnTo>
                    <a:pt x="0" y="0"/>
                  </a:lnTo>
                  <a:lnTo>
                    <a:pt x="3937465" y="0"/>
                  </a:lnTo>
                  <a:lnTo>
                    <a:pt x="6841693" y="2904228"/>
                  </a:lnTo>
                  <a:lnTo>
                    <a:pt x="6841693" y="5891446"/>
                  </a:lnTo>
                  <a:close/>
                </a:path>
              </a:pathLst>
            </a:custGeom>
            <a:solidFill>
              <a:schemeClr val="accent3"/>
            </a:solidFill>
            <a:ln w="10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/>
            <p:cNvSpPr/>
            <p:nvPr/>
          </p:nvSpPr>
          <p:spPr>
            <a:xfrm>
              <a:off x="5985122" y="-1409004"/>
              <a:ext cx="6841692" cy="6494662"/>
            </a:xfrm>
            <a:custGeom>
              <a:avLst/>
              <a:gdLst>
                <a:gd name="connsiteX0" fmla="*/ 0 w 6841692"/>
                <a:gd name="connsiteY0" fmla="*/ 603217 h 6494662"/>
                <a:gd name="connsiteX1" fmla="*/ 3420740 w 6841692"/>
                <a:gd name="connsiteY1" fmla="*/ 0 h 6494662"/>
                <a:gd name="connsiteX2" fmla="*/ 3420740 w 6841692"/>
                <a:gd name="connsiteY2" fmla="*/ 3073816 h 6494662"/>
                <a:gd name="connsiteX3" fmla="*/ 6841692 w 6841692"/>
                <a:gd name="connsiteY3" fmla="*/ 6494663 h 6494662"/>
                <a:gd name="connsiteX4" fmla="*/ 2904121 w 6841692"/>
                <a:gd name="connsiteY4" fmla="*/ 6494556 h 6494662"/>
                <a:gd name="connsiteX5" fmla="*/ 0 w 6841692"/>
                <a:gd name="connsiteY5" fmla="*/ 3590434 h 6494662"/>
                <a:gd name="connsiteX6" fmla="*/ 0 w 6841692"/>
                <a:gd name="connsiteY6" fmla="*/ 603217 h 64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1692" h="6494662">
                  <a:moveTo>
                    <a:pt x="0" y="603217"/>
                  </a:moveTo>
                  <a:lnTo>
                    <a:pt x="3420740" y="0"/>
                  </a:lnTo>
                  <a:lnTo>
                    <a:pt x="3420740" y="3073816"/>
                  </a:lnTo>
                  <a:lnTo>
                    <a:pt x="6841692" y="6494663"/>
                  </a:lnTo>
                  <a:lnTo>
                    <a:pt x="2904121" y="6494556"/>
                  </a:lnTo>
                  <a:lnTo>
                    <a:pt x="0" y="3590434"/>
                  </a:lnTo>
                  <a:lnTo>
                    <a:pt x="0" y="603217"/>
                  </a:lnTo>
                  <a:close/>
                </a:path>
              </a:pathLst>
            </a:custGeom>
            <a:solidFill>
              <a:schemeClr val="accent3"/>
            </a:solidFill>
            <a:ln w="106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5"/>
            <a:ext cx="10972800" cy="914400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2107565"/>
            <a:ext cx="10972800" cy="87376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-4760594" y="-4145914"/>
            <a:ext cx="17099914" cy="17099914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2633468" y="-5918273"/>
            <a:ext cx="18354113" cy="18354113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3744032" y="5698966"/>
            <a:ext cx="5599112" cy="28606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500000">
            <a:off x="-4681402" y="-7532589"/>
            <a:ext cx="21582744" cy="21582744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558926" y="6177280"/>
            <a:ext cx="5581650" cy="31654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ariabel + Bild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599" y="1752599"/>
            <a:ext cx="4441825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459102"/>
            <a:ext cx="4441824" cy="138289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19" name="Bildplatzhalter 18"/>
          <p:cNvSpPr>
            <a:spLocks noGrp="1"/>
          </p:cNvSpPr>
          <p:nvPr>
            <p:ph type="pic" sz="quarter" idx="20"/>
          </p:nvPr>
        </p:nvSpPr>
        <p:spPr>
          <a:xfrm>
            <a:off x="5267325" y="0"/>
            <a:ext cx="10255588" cy="6858000"/>
          </a:xfrm>
          <a:custGeom>
            <a:avLst/>
            <a:gdLst>
              <a:gd name="connsiteX0" fmla="*/ 0 w 10255588"/>
              <a:gd name="connsiteY0" fmla="*/ 0 h 6858000"/>
              <a:gd name="connsiteX1" fmla="*/ 10255588 w 10255588"/>
              <a:gd name="connsiteY1" fmla="*/ 0 h 6858000"/>
              <a:gd name="connsiteX2" fmla="*/ 10255588 w 10255588"/>
              <a:gd name="connsiteY2" fmla="*/ 6858000 h 6858000"/>
              <a:gd name="connsiteX3" fmla="*/ 1215823 w 10255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55588" h="6858000">
                <a:moveTo>
                  <a:pt x="0" y="0"/>
                </a:moveTo>
                <a:lnTo>
                  <a:pt x="10255588" y="0"/>
                </a:lnTo>
                <a:lnTo>
                  <a:pt x="10255588" y="6858000"/>
                </a:lnTo>
                <a:lnTo>
                  <a:pt x="1215823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796338" y="6057900"/>
            <a:ext cx="2786062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UD Standard_20 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Title Font Size 32pt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en-US" dirty="0"/>
              <a:t>Master text format Font size 20pt (Can be enlarged to 24pt, minimum font size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The font sizes were tested in the following rooms</a:t>
            </a:r>
          </a:p>
          <a:p>
            <a:pPr lvl="0"/>
            <a:r>
              <a:rPr lang="en-US" dirty="0"/>
              <a:t>HSZ </a:t>
            </a:r>
            <a:r>
              <a:rPr lang="en-US" dirty="0" err="1"/>
              <a:t>Audimax</a:t>
            </a:r>
            <a:endParaRPr lang="en-US" dirty="0"/>
          </a:p>
          <a:p>
            <a:pPr lvl="0"/>
            <a:r>
              <a:rPr lang="en-US" dirty="0"/>
              <a:t>HSZ Lecture Hall 3</a:t>
            </a:r>
          </a:p>
          <a:p>
            <a:pPr lvl="0"/>
            <a:r>
              <a:rPr lang="en-US" dirty="0"/>
              <a:t>HSZ Small Seminar Room</a:t>
            </a:r>
          </a:p>
          <a:p>
            <a:pPr lvl="0"/>
            <a:r>
              <a:rPr lang="en-US" dirty="0"/>
              <a:t>In all three rooms, 20 and 24 </a:t>
            </a:r>
            <a:r>
              <a:rPr lang="en-US" dirty="0" err="1"/>
              <a:t>pt</a:t>
            </a:r>
            <a:r>
              <a:rPr lang="en-US" dirty="0"/>
              <a:t> are easily legible. In the seminar room, 16 </a:t>
            </a:r>
            <a:r>
              <a:rPr lang="en-US" dirty="0" err="1"/>
              <a:t>pt</a:t>
            </a:r>
            <a:r>
              <a:rPr lang="en-US" dirty="0"/>
              <a:t> is borderline small.</a:t>
            </a:r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7140575" y="6057900"/>
            <a:ext cx="4441825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Space </a:t>
            </a:r>
            <a:r>
              <a:rPr lang="de-DE" dirty="0" err="1">
                <a:solidFill>
                  <a:srgbClr val="BC1589"/>
                </a:solidFill>
              </a:rPr>
              <a:t>for</a:t>
            </a:r>
            <a:r>
              <a:rPr lang="de-DE" dirty="0">
                <a:solidFill>
                  <a:srgbClr val="BC1589"/>
                </a:solidFill>
              </a:rPr>
              <a:t> </a:t>
            </a:r>
            <a:r>
              <a:rPr lang="de-DE" dirty="0" err="1">
                <a:solidFill>
                  <a:srgbClr val="BC1589"/>
                </a:solidFill>
              </a:rPr>
              <a:t>Sublogos</a:t>
            </a:r>
            <a:r>
              <a:rPr lang="de-DE" dirty="0">
                <a:solidFill>
                  <a:srgbClr val="BC1589"/>
                </a:solidFill>
              </a:rPr>
              <a:t>/Partnerlogos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BC1589"/>
                </a:solidFill>
              </a:rPr>
              <a:t>Protective</a:t>
            </a:r>
            <a:r>
              <a:rPr lang="de-DE" dirty="0">
                <a:solidFill>
                  <a:srgbClr val="BC1589"/>
                </a:solidFill>
              </a:rPr>
              <a:t> Area</a:t>
            </a:r>
            <a:endParaRPr lang="en-US" dirty="0">
              <a:solidFill>
                <a:srgbClr val="BC1589"/>
              </a:solidFill>
            </a:endParaRPr>
          </a:p>
        </p:txBody>
      </p:sp>
    </p:spTree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rgbClr val="00008C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rgbClr val="00008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7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4560104"/>
            <a:ext cx="7250113" cy="12818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3094696"/>
            <a:ext cx="7250113" cy="11239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609850"/>
            <a:ext cx="7250113" cy="301544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6"/>
            <a:ext cx="7250113" cy="539750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5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2488013"/>
            <a:ext cx="7250113" cy="3137283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390651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1" y="2800350"/>
            <a:ext cx="6315074" cy="2449174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41089"/>
            <a:ext cx="7250113" cy="771524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962400"/>
            <a:ext cx="10972800" cy="1662895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37490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folie_Shape_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716338"/>
            <a:ext cx="10972800" cy="1908957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2089150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mit Bild_in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_mit_Bild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-39666" y="-23814"/>
            <a:ext cx="8836004" cy="694097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-1" fmla="*/ 0 w 12192000"/>
              <a:gd name="connsiteY0-2" fmla="*/ 0 h 6858000"/>
              <a:gd name="connsiteX1-3" fmla="*/ 7251700 w 12192000"/>
              <a:gd name="connsiteY1-4" fmla="*/ 12700 h 6858000"/>
              <a:gd name="connsiteX2-5" fmla="*/ 12192000 w 12192000"/>
              <a:gd name="connsiteY2-6" fmla="*/ 6858000 h 6858000"/>
              <a:gd name="connsiteX3-7" fmla="*/ 0 w 12192000"/>
              <a:gd name="connsiteY3-8" fmla="*/ 6858000 h 6858000"/>
              <a:gd name="connsiteX4-9" fmla="*/ 0 w 12192000"/>
              <a:gd name="connsiteY4-10" fmla="*/ 0 h 6858000"/>
              <a:gd name="connsiteX0-11" fmla="*/ 0 w 7785100"/>
              <a:gd name="connsiteY0-12" fmla="*/ 0 h 6858000"/>
              <a:gd name="connsiteX1-13" fmla="*/ 7251700 w 7785100"/>
              <a:gd name="connsiteY1-14" fmla="*/ 12700 h 6858000"/>
              <a:gd name="connsiteX2-15" fmla="*/ 7785100 w 7785100"/>
              <a:gd name="connsiteY2-16" fmla="*/ 6832600 h 6858000"/>
              <a:gd name="connsiteX3-17" fmla="*/ 0 w 7785100"/>
              <a:gd name="connsiteY3-18" fmla="*/ 6858000 h 6858000"/>
              <a:gd name="connsiteX4-19" fmla="*/ 0 w 7785100"/>
              <a:gd name="connsiteY4-20" fmla="*/ 0 h 6858000"/>
              <a:gd name="connsiteX0-21" fmla="*/ 0 w 8682083"/>
              <a:gd name="connsiteY0-22" fmla="*/ 0 h 6858000"/>
              <a:gd name="connsiteX1-23" fmla="*/ 8148683 w 8682083"/>
              <a:gd name="connsiteY1-24" fmla="*/ 12700 h 6858000"/>
              <a:gd name="connsiteX2-25" fmla="*/ 8682083 w 8682083"/>
              <a:gd name="connsiteY2-26" fmla="*/ 6832600 h 6858000"/>
              <a:gd name="connsiteX3-27" fmla="*/ 896983 w 8682083"/>
              <a:gd name="connsiteY3-28" fmla="*/ 6858000 h 6858000"/>
              <a:gd name="connsiteX4-29" fmla="*/ 0 w 8682083"/>
              <a:gd name="connsiteY4-30" fmla="*/ 0 h 6858000"/>
              <a:gd name="connsiteX0-31" fmla="*/ 26126 w 8708209"/>
              <a:gd name="connsiteY0-32" fmla="*/ 0 h 6840583"/>
              <a:gd name="connsiteX1-33" fmla="*/ 8174809 w 8708209"/>
              <a:gd name="connsiteY1-34" fmla="*/ 12700 h 6840583"/>
              <a:gd name="connsiteX2-35" fmla="*/ 8708209 w 8708209"/>
              <a:gd name="connsiteY2-36" fmla="*/ 6832600 h 6840583"/>
              <a:gd name="connsiteX3-37" fmla="*/ 0 w 8708209"/>
              <a:gd name="connsiteY3-38" fmla="*/ 6840583 h 6840583"/>
              <a:gd name="connsiteX4-39" fmla="*/ 26126 w 8708209"/>
              <a:gd name="connsiteY4-40" fmla="*/ 0 h 68405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708209" h="6840583">
                <a:moveTo>
                  <a:pt x="26126" y="0"/>
                </a:moveTo>
                <a:lnTo>
                  <a:pt x="8174809" y="12700"/>
                </a:lnTo>
                <a:lnTo>
                  <a:pt x="8708209" y="6832600"/>
                </a:lnTo>
                <a:lnTo>
                  <a:pt x="0" y="6840583"/>
                </a:lnTo>
                <a:cubicBezTo>
                  <a:pt x="8709" y="4560389"/>
                  <a:pt x="17417" y="2280194"/>
                  <a:pt x="2612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</a:t>
            </a:r>
          </a:p>
        </p:txBody>
      </p:sp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609599" y="3429000"/>
            <a:ext cx="6530975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09599" y="1736725"/>
            <a:ext cx="6315075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1"/>
          </p:nvPr>
        </p:nvSpPr>
        <p:spPr>
          <a:xfrm>
            <a:off x="7254875" y="-1"/>
            <a:ext cx="4937125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6312025"/>
            <a:ext cx="6530975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536" y="404812"/>
            <a:ext cx="2109758" cy="711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5"/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 hasCustomPrompt="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5"/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312025"/>
            <a:ext cx="7833064" cy="256573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1"/>
          </p:nvPr>
        </p:nvSpPr>
        <p:spPr>
          <a:xfrm>
            <a:off x="5988050" y="0"/>
            <a:ext cx="620395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0"/>
            <a:ext cx="7508875" cy="6858000"/>
          </a:xfrm>
          <a:custGeom>
            <a:avLst/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  <a:gd name="connsiteX4" fmla="*/ 0 w 6924675"/>
              <a:gd name="connsiteY4" fmla="*/ 0 h 6858000"/>
              <a:gd name="connsiteX0-1" fmla="*/ 0 w 6924675"/>
              <a:gd name="connsiteY0-2" fmla="*/ 0 h 6858000"/>
              <a:gd name="connsiteX1-3" fmla="*/ 5686425 w 6924675"/>
              <a:gd name="connsiteY1-4" fmla="*/ 0 h 6858000"/>
              <a:gd name="connsiteX2-5" fmla="*/ 6924675 w 6924675"/>
              <a:gd name="connsiteY2-6" fmla="*/ 6858000 h 6858000"/>
              <a:gd name="connsiteX3-7" fmla="*/ 0 w 6924675"/>
              <a:gd name="connsiteY3-8" fmla="*/ 6858000 h 6858000"/>
              <a:gd name="connsiteX4-9" fmla="*/ 0 w 6924675"/>
              <a:gd name="connsiteY4-10" fmla="*/ 0 h 6858000"/>
              <a:gd name="connsiteX0-11" fmla="*/ 0 w 6924675"/>
              <a:gd name="connsiteY0-12" fmla="*/ 0 h 6858000"/>
              <a:gd name="connsiteX1-13" fmla="*/ 6283325 w 6924675"/>
              <a:gd name="connsiteY1-14" fmla="*/ 0 h 6858000"/>
              <a:gd name="connsiteX2-15" fmla="*/ 6924675 w 6924675"/>
              <a:gd name="connsiteY2-16" fmla="*/ 6858000 h 6858000"/>
              <a:gd name="connsiteX3-17" fmla="*/ 0 w 6924675"/>
              <a:gd name="connsiteY3-18" fmla="*/ 6858000 h 6858000"/>
              <a:gd name="connsiteX4-19" fmla="*/ 0 w 6924675"/>
              <a:gd name="connsiteY4-20" fmla="*/ 0 h 6858000"/>
              <a:gd name="connsiteX0-21" fmla="*/ 0 w 7508875"/>
              <a:gd name="connsiteY0-22" fmla="*/ 0 h 6858000"/>
              <a:gd name="connsiteX1-23" fmla="*/ 6283325 w 7508875"/>
              <a:gd name="connsiteY1-24" fmla="*/ 0 h 6858000"/>
              <a:gd name="connsiteX2-25" fmla="*/ 7508875 w 7508875"/>
              <a:gd name="connsiteY2-26" fmla="*/ 6858000 h 6858000"/>
              <a:gd name="connsiteX3-27" fmla="*/ 0 w 7508875"/>
              <a:gd name="connsiteY3-28" fmla="*/ 6858000 h 6858000"/>
              <a:gd name="connsiteX4-29" fmla="*/ 0 w 7508875"/>
              <a:gd name="connsiteY4-30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7508875" h="6858000">
                <a:moveTo>
                  <a:pt x="0" y="0"/>
                </a:moveTo>
                <a:lnTo>
                  <a:pt x="6283325" y="0"/>
                </a:lnTo>
                <a:lnTo>
                  <a:pt x="75088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5378450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/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rgbClr val="00008C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solidFill>
                  <a:schemeClr val="bg1"/>
                </a:solidFill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seite_variabe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874240" y="-12652884"/>
            <a:ext cx="44978353" cy="318086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609599" y="3440610"/>
            <a:ext cx="6530975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09599" y="4675049"/>
            <a:ext cx="6530975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svg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image" Target="../media/image2.sv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61.xml"/><Relationship Id="rId26" Type="http://schemas.openxmlformats.org/officeDocument/2006/relationships/slideLayout" Target="../slideLayouts/slideLayout69.xml"/><Relationship Id="rId3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64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68.xml"/><Relationship Id="rId33" Type="http://schemas.openxmlformats.org/officeDocument/2006/relationships/theme" Target="../theme/theme3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63.xml"/><Relationship Id="rId29" Type="http://schemas.openxmlformats.org/officeDocument/2006/relationships/slideLayout" Target="../slideLayouts/slideLayout72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67.xml"/><Relationship Id="rId32" Type="http://schemas.openxmlformats.org/officeDocument/2006/relationships/slideLayout" Target="../slideLayouts/slideLayout75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66.xml"/><Relationship Id="rId28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62.xml"/><Relationship Id="rId31" Type="http://schemas.openxmlformats.org/officeDocument/2006/relationships/slideLayout" Target="../slideLayouts/slideLayout74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65.xml"/><Relationship Id="rId27" Type="http://schemas.openxmlformats.org/officeDocument/2006/relationships/slideLayout" Target="../slideLayouts/slideLayout70.xml"/><Relationship Id="rId30" Type="http://schemas.openxmlformats.org/officeDocument/2006/relationships/slideLayout" Target="../slideLayouts/slideLayout73.xml"/><Relationship Id="rId35" Type="http://schemas.openxmlformats.org/officeDocument/2006/relationships/image" Target="../media/image38.svg"/><Relationship Id="rId8" Type="http://schemas.openxmlformats.org/officeDocument/2006/relationships/slideLayout" Target="../slideLayouts/slideLayout51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93.xml"/><Relationship Id="rId26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96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17" Type="http://schemas.openxmlformats.org/officeDocument/2006/relationships/slideLayout" Target="../slideLayouts/slideLayout92.xml"/><Relationship Id="rId25" Type="http://schemas.openxmlformats.org/officeDocument/2006/relationships/slideLayout" Target="../slideLayouts/slideLayout100.xml"/><Relationship Id="rId33" Type="http://schemas.openxmlformats.org/officeDocument/2006/relationships/theme" Target="../theme/theme4.xml"/><Relationship Id="rId2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95.xml"/><Relationship Id="rId29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99.xml"/><Relationship Id="rId32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90.xml"/><Relationship Id="rId23" Type="http://schemas.openxmlformats.org/officeDocument/2006/relationships/slideLayout" Target="../slideLayouts/slideLayout98.xml"/><Relationship Id="rId28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94.xml"/><Relationship Id="rId31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9.xml"/><Relationship Id="rId22" Type="http://schemas.openxmlformats.org/officeDocument/2006/relationships/slideLayout" Target="../slideLayouts/slideLayout97.xml"/><Relationship Id="rId27" Type="http://schemas.openxmlformats.org/officeDocument/2006/relationships/slideLayout" Target="../slideLayouts/slideLayout102.xml"/><Relationship Id="rId30" Type="http://schemas.openxmlformats.org/officeDocument/2006/relationships/slideLayout" Target="../slideLayouts/slideLayout105.xml"/><Relationship Id="rId35" Type="http://schemas.openxmlformats.org/officeDocument/2006/relationships/image" Target="../media/image48.svg"/><Relationship Id="rId8" Type="http://schemas.openxmlformats.org/officeDocument/2006/relationships/slideLayout" Target="../slideLayouts/slideLayout83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0.xml"/><Relationship Id="rId18" Type="http://schemas.openxmlformats.org/officeDocument/2006/relationships/slideLayout" Target="../slideLayouts/slideLayout125.xml"/><Relationship Id="rId26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10.xml"/><Relationship Id="rId21" Type="http://schemas.openxmlformats.org/officeDocument/2006/relationships/slideLayout" Target="../slideLayouts/slideLayout128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124.xml"/><Relationship Id="rId25" Type="http://schemas.openxmlformats.org/officeDocument/2006/relationships/slideLayout" Target="../slideLayouts/slideLayout132.xml"/><Relationship Id="rId33" Type="http://schemas.openxmlformats.org/officeDocument/2006/relationships/theme" Target="../theme/theme5.xml"/><Relationship Id="rId2" Type="http://schemas.openxmlformats.org/officeDocument/2006/relationships/slideLayout" Target="../slideLayouts/slideLayout109.xml"/><Relationship Id="rId16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7.xml"/><Relationship Id="rId29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8.xml"/><Relationship Id="rId24" Type="http://schemas.openxmlformats.org/officeDocument/2006/relationships/slideLayout" Target="../slideLayouts/slideLayout131.xml"/><Relationship Id="rId32" Type="http://schemas.openxmlformats.org/officeDocument/2006/relationships/slideLayout" Target="../slideLayouts/slideLayout139.xml"/><Relationship Id="rId5" Type="http://schemas.openxmlformats.org/officeDocument/2006/relationships/slideLayout" Target="../slideLayouts/slideLayout112.xml"/><Relationship Id="rId15" Type="http://schemas.openxmlformats.org/officeDocument/2006/relationships/slideLayout" Target="../slideLayouts/slideLayout122.xml"/><Relationship Id="rId23" Type="http://schemas.openxmlformats.org/officeDocument/2006/relationships/slideLayout" Target="../slideLayouts/slideLayout130.xml"/><Relationship Id="rId28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17.xml"/><Relationship Id="rId19" Type="http://schemas.openxmlformats.org/officeDocument/2006/relationships/slideLayout" Target="../slideLayouts/slideLayout126.xml"/><Relationship Id="rId31" Type="http://schemas.openxmlformats.org/officeDocument/2006/relationships/slideLayout" Target="../slideLayouts/slideLayout138.xml"/><Relationship Id="rId4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21.xml"/><Relationship Id="rId22" Type="http://schemas.openxmlformats.org/officeDocument/2006/relationships/slideLayout" Target="../slideLayouts/slideLayout129.xml"/><Relationship Id="rId27" Type="http://schemas.openxmlformats.org/officeDocument/2006/relationships/slideLayout" Target="../slideLayouts/slideLayout134.xml"/><Relationship Id="rId30" Type="http://schemas.openxmlformats.org/officeDocument/2006/relationships/slideLayout" Target="../slideLayouts/slideLayout137.xml"/><Relationship Id="rId35" Type="http://schemas.openxmlformats.org/officeDocument/2006/relationships/image" Target="../media/image48.svg"/><Relationship Id="rId8" Type="http://schemas.openxmlformats.org/officeDocument/2006/relationships/slideLayout" Target="../slideLayouts/slideLayout115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2.xml"/><Relationship Id="rId18" Type="http://schemas.openxmlformats.org/officeDocument/2006/relationships/slideLayout" Target="../slideLayouts/slideLayout157.xml"/><Relationship Id="rId26" Type="http://schemas.openxmlformats.org/officeDocument/2006/relationships/slideLayout" Target="../slideLayouts/slideLayout165.xml"/><Relationship Id="rId3" Type="http://schemas.openxmlformats.org/officeDocument/2006/relationships/slideLayout" Target="../slideLayouts/slideLayout142.xml"/><Relationship Id="rId21" Type="http://schemas.openxmlformats.org/officeDocument/2006/relationships/slideLayout" Target="../slideLayouts/slideLayout160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146.xml"/><Relationship Id="rId12" Type="http://schemas.openxmlformats.org/officeDocument/2006/relationships/slideLayout" Target="../slideLayouts/slideLayout151.xml"/><Relationship Id="rId17" Type="http://schemas.openxmlformats.org/officeDocument/2006/relationships/slideLayout" Target="../slideLayouts/slideLayout156.xml"/><Relationship Id="rId25" Type="http://schemas.openxmlformats.org/officeDocument/2006/relationships/slideLayout" Target="../slideLayouts/slideLayout164.xml"/><Relationship Id="rId33" Type="http://schemas.openxmlformats.org/officeDocument/2006/relationships/theme" Target="../theme/theme6.xml"/><Relationship Id="rId2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55.xml"/><Relationship Id="rId20" Type="http://schemas.openxmlformats.org/officeDocument/2006/relationships/slideLayout" Target="../slideLayouts/slideLayout159.xml"/><Relationship Id="rId29" Type="http://schemas.openxmlformats.org/officeDocument/2006/relationships/slideLayout" Target="../slideLayouts/slideLayout168.xml"/><Relationship Id="rId1" Type="http://schemas.openxmlformats.org/officeDocument/2006/relationships/slideLayout" Target="../slideLayouts/slideLayout140.xml"/><Relationship Id="rId6" Type="http://schemas.openxmlformats.org/officeDocument/2006/relationships/slideLayout" Target="../slideLayouts/slideLayout145.xml"/><Relationship Id="rId11" Type="http://schemas.openxmlformats.org/officeDocument/2006/relationships/slideLayout" Target="../slideLayouts/slideLayout150.xml"/><Relationship Id="rId24" Type="http://schemas.openxmlformats.org/officeDocument/2006/relationships/slideLayout" Target="../slideLayouts/slideLayout163.xml"/><Relationship Id="rId32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44.xml"/><Relationship Id="rId15" Type="http://schemas.openxmlformats.org/officeDocument/2006/relationships/slideLayout" Target="../slideLayouts/slideLayout154.xml"/><Relationship Id="rId23" Type="http://schemas.openxmlformats.org/officeDocument/2006/relationships/slideLayout" Target="../slideLayouts/slideLayout162.xml"/><Relationship Id="rId28" Type="http://schemas.openxmlformats.org/officeDocument/2006/relationships/slideLayout" Target="../slideLayouts/slideLayout167.xml"/><Relationship Id="rId10" Type="http://schemas.openxmlformats.org/officeDocument/2006/relationships/slideLayout" Target="../slideLayouts/slideLayout149.xml"/><Relationship Id="rId19" Type="http://schemas.openxmlformats.org/officeDocument/2006/relationships/slideLayout" Target="../slideLayouts/slideLayout158.xml"/><Relationship Id="rId31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43.xml"/><Relationship Id="rId9" Type="http://schemas.openxmlformats.org/officeDocument/2006/relationships/slideLayout" Target="../slideLayouts/slideLayout148.xml"/><Relationship Id="rId14" Type="http://schemas.openxmlformats.org/officeDocument/2006/relationships/slideLayout" Target="../slideLayouts/slideLayout153.xml"/><Relationship Id="rId22" Type="http://schemas.openxmlformats.org/officeDocument/2006/relationships/slideLayout" Target="../slideLayouts/slideLayout161.xml"/><Relationship Id="rId27" Type="http://schemas.openxmlformats.org/officeDocument/2006/relationships/slideLayout" Target="../slideLayouts/slideLayout166.xml"/><Relationship Id="rId30" Type="http://schemas.openxmlformats.org/officeDocument/2006/relationships/slideLayout" Target="../slideLayouts/slideLayout169.xml"/><Relationship Id="rId35" Type="http://schemas.openxmlformats.org/officeDocument/2006/relationships/image" Target="../media/image58.svg"/><Relationship Id="rId8" Type="http://schemas.openxmlformats.org/officeDocument/2006/relationships/slideLayout" Target="../slideLayouts/slideLayout147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84.xml"/><Relationship Id="rId18" Type="http://schemas.openxmlformats.org/officeDocument/2006/relationships/slideLayout" Target="../slideLayouts/slideLayout189.xml"/><Relationship Id="rId26" Type="http://schemas.openxmlformats.org/officeDocument/2006/relationships/slideLayout" Target="../slideLayouts/slideLayout197.xml"/><Relationship Id="rId3" Type="http://schemas.openxmlformats.org/officeDocument/2006/relationships/slideLayout" Target="../slideLayouts/slideLayout174.xml"/><Relationship Id="rId21" Type="http://schemas.openxmlformats.org/officeDocument/2006/relationships/slideLayout" Target="../slideLayouts/slideLayout192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83.xml"/><Relationship Id="rId17" Type="http://schemas.openxmlformats.org/officeDocument/2006/relationships/slideLayout" Target="../slideLayouts/slideLayout188.xml"/><Relationship Id="rId25" Type="http://schemas.openxmlformats.org/officeDocument/2006/relationships/slideLayout" Target="../slideLayouts/slideLayout196.xml"/><Relationship Id="rId33" Type="http://schemas.openxmlformats.org/officeDocument/2006/relationships/theme" Target="../theme/theme7.xml"/><Relationship Id="rId2" Type="http://schemas.openxmlformats.org/officeDocument/2006/relationships/slideLayout" Target="../slideLayouts/slideLayout173.xml"/><Relationship Id="rId16" Type="http://schemas.openxmlformats.org/officeDocument/2006/relationships/slideLayout" Target="../slideLayouts/slideLayout187.xml"/><Relationship Id="rId20" Type="http://schemas.openxmlformats.org/officeDocument/2006/relationships/slideLayout" Target="../slideLayouts/slideLayout191.xml"/><Relationship Id="rId29" Type="http://schemas.openxmlformats.org/officeDocument/2006/relationships/slideLayout" Target="../slideLayouts/slideLayout200.xml"/><Relationship Id="rId1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82.xml"/><Relationship Id="rId24" Type="http://schemas.openxmlformats.org/officeDocument/2006/relationships/slideLayout" Target="../slideLayouts/slideLayout195.xml"/><Relationship Id="rId32" Type="http://schemas.openxmlformats.org/officeDocument/2006/relationships/slideLayout" Target="../slideLayouts/slideLayout203.xml"/><Relationship Id="rId5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86.xml"/><Relationship Id="rId23" Type="http://schemas.openxmlformats.org/officeDocument/2006/relationships/slideLayout" Target="../slideLayouts/slideLayout194.xml"/><Relationship Id="rId28" Type="http://schemas.openxmlformats.org/officeDocument/2006/relationships/slideLayout" Target="../slideLayouts/slideLayout199.xml"/><Relationship Id="rId10" Type="http://schemas.openxmlformats.org/officeDocument/2006/relationships/slideLayout" Target="../slideLayouts/slideLayout181.xml"/><Relationship Id="rId19" Type="http://schemas.openxmlformats.org/officeDocument/2006/relationships/slideLayout" Target="../slideLayouts/slideLayout190.xml"/><Relationship Id="rId31" Type="http://schemas.openxmlformats.org/officeDocument/2006/relationships/slideLayout" Target="../slideLayouts/slideLayout202.xml"/><Relationship Id="rId4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80.xml"/><Relationship Id="rId14" Type="http://schemas.openxmlformats.org/officeDocument/2006/relationships/slideLayout" Target="../slideLayouts/slideLayout185.xml"/><Relationship Id="rId22" Type="http://schemas.openxmlformats.org/officeDocument/2006/relationships/slideLayout" Target="../slideLayouts/slideLayout193.xml"/><Relationship Id="rId27" Type="http://schemas.openxmlformats.org/officeDocument/2006/relationships/slideLayout" Target="../slideLayouts/slideLayout198.xml"/><Relationship Id="rId30" Type="http://schemas.openxmlformats.org/officeDocument/2006/relationships/slideLayout" Target="../slideLayouts/slideLayout201.xml"/><Relationship Id="rId35" Type="http://schemas.openxmlformats.org/officeDocument/2006/relationships/image" Target="../media/image58.svg"/><Relationship Id="rId8" Type="http://schemas.openxmlformats.org/officeDocument/2006/relationships/slideLayout" Target="../slideLayouts/slideLayout179.xml"/></Relationships>
</file>

<file path=ppt/slideMasters/_rels/slideMaster8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6.xml"/><Relationship Id="rId18" Type="http://schemas.openxmlformats.org/officeDocument/2006/relationships/slideLayout" Target="../slideLayouts/slideLayout221.xml"/><Relationship Id="rId26" Type="http://schemas.openxmlformats.org/officeDocument/2006/relationships/slideLayout" Target="../slideLayouts/slideLayout229.xml"/><Relationship Id="rId3" Type="http://schemas.openxmlformats.org/officeDocument/2006/relationships/slideLayout" Target="../slideLayouts/slideLayout206.xml"/><Relationship Id="rId21" Type="http://schemas.openxmlformats.org/officeDocument/2006/relationships/slideLayout" Target="../slideLayouts/slideLayout224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210.xml"/><Relationship Id="rId12" Type="http://schemas.openxmlformats.org/officeDocument/2006/relationships/slideLayout" Target="../slideLayouts/slideLayout215.xml"/><Relationship Id="rId17" Type="http://schemas.openxmlformats.org/officeDocument/2006/relationships/slideLayout" Target="../slideLayouts/slideLayout220.xml"/><Relationship Id="rId25" Type="http://schemas.openxmlformats.org/officeDocument/2006/relationships/slideLayout" Target="../slideLayouts/slideLayout228.xml"/><Relationship Id="rId33" Type="http://schemas.openxmlformats.org/officeDocument/2006/relationships/theme" Target="../theme/theme8.xml"/><Relationship Id="rId2" Type="http://schemas.openxmlformats.org/officeDocument/2006/relationships/slideLayout" Target="../slideLayouts/slideLayout205.xml"/><Relationship Id="rId16" Type="http://schemas.openxmlformats.org/officeDocument/2006/relationships/slideLayout" Target="../slideLayouts/slideLayout219.xml"/><Relationship Id="rId20" Type="http://schemas.openxmlformats.org/officeDocument/2006/relationships/slideLayout" Target="../slideLayouts/slideLayout223.xml"/><Relationship Id="rId29" Type="http://schemas.openxmlformats.org/officeDocument/2006/relationships/slideLayout" Target="../slideLayouts/slideLayout232.xml"/><Relationship Id="rId1" Type="http://schemas.openxmlformats.org/officeDocument/2006/relationships/slideLayout" Target="../slideLayouts/slideLayout204.xml"/><Relationship Id="rId6" Type="http://schemas.openxmlformats.org/officeDocument/2006/relationships/slideLayout" Target="../slideLayouts/slideLayout209.xml"/><Relationship Id="rId11" Type="http://schemas.openxmlformats.org/officeDocument/2006/relationships/slideLayout" Target="../slideLayouts/slideLayout214.xml"/><Relationship Id="rId24" Type="http://schemas.openxmlformats.org/officeDocument/2006/relationships/slideLayout" Target="../slideLayouts/slideLayout227.xml"/><Relationship Id="rId32" Type="http://schemas.openxmlformats.org/officeDocument/2006/relationships/slideLayout" Target="../slideLayouts/slideLayout235.xml"/><Relationship Id="rId5" Type="http://schemas.openxmlformats.org/officeDocument/2006/relationships/slideLayout" Target="../slideLayouts/slideLayout208.xml"/><Relationship Id="rId15" Type="http://schemas.openxmlformats.org/officeDocument/2006/relationships/slideLayout" Target="../slideLayouts/slideLayout218.xml"/><Relationship Id="rId23" Type="http://schemas.openxmlformats.org/officeDocument/2006/relationships/slideLayout" Target="../slideLayouts/slideLayout226.xml"/><Relationship Id="rId28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13.xml"/><Relationship Id="rId19" Type="http://schemas.openxmlformats.org/officeDocument/2006/relationships/slideLayout" Target="../slideLayouts/slideLayout222.xml"/><Relationship Id="rId31" Type="http://schemas.openxmlformats.org/officeDocument/2006/relationships/slideLayout" Target="../slideLayouts/slideLayout234.xml"/><Relationship Id="rId4" Type="http://schemas.openxmlformats.org/officeDocument/2006/relationships/slideLayout" Target="../slideLayouts/slideLayout207.xml"/><Relationship Id="rId9" Type="http://schemas.openxmlformats.org/officeDocument/2006/relationships/slideLayout" Target="../slideLayouts/slideLayout212.xml"/><Relationship Id="rId14" Type="http://schemas.openxmlformats.org/officeDocument/2006/relationships/slideLayout" Target="../slideLayouts/slideLayout217.xml"/><Relationship Id="rId22" Type="http://schemas.openxmlformats.org/officeDocument/2006/relationships/slideLayout" Target="../slideLayouts/slideLayout225.xml"/><Relationship Id="rId27" Type="http://schemas.openxmlformats.org/officeDocument/2006/relationships/slideLayout" Target="../slideLayouts/slideLayout230.xml"/><Relationship Id="rId30" Type="http://schemas.openxmlformats.org/officeDocument/2006/relationships/slideLayout" Target="../slideLayouts/slideLayout233.xml"/><Relationship Id="rId35" Type="http://schemas.openxmlformats.org/officeDocument/2006/relationships/image" Target="../media/image58.svg"/><Relationship Id="rId8" Type="http://schemas.openxmlformats.org/officeDocument/2006/relationships/slideLayout" Target="../slideLayouts/slideLayout211.xml"/></Relationships>
</file>

<file path=ppt/slideMasters/_rels/slideMaster9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8.xml"/><Relationship Id="rId18" Type="http://schemas.openxmlformats.org/officeDocument/2006/relationships/slideLayout" Target="../slideLayouts/slideLayout253.xml"/><Relationship Id="rId26" Type="http://schemas.openxmlformats.org/officeDocument/2006/relationships/slideLayout" Target="../slideLayouts/slideLayout261.xml"/><Relationship Id="rId3" Type="http://schemas.openxmlformats.org/officeDocument/2006/relationships/slideLayout" Target="../slideLayouts/slideLayout238.xml"/><Relationship Id="rId21" Type="http://schemas.openxmlformats.org/officeDocument/2006/relationships/slideLayout" Target="../slideLayouts/slideLayout256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242.xml"/><Relationship Id="rId12" Type="http://schemas.openxmlformats.org/officeDocument/2006/relationships/slideLayout" Target="../slideLayouts/slideLayout247.xml"/><Relationship Id="rId17" Type="http://schemas.openxmlformats.org/officeDocument/2006/relationships/slideLayout" Target="../slideLayouts/slideLayout252.xml"/><Relationship Id="rId25" Type="http://schemas.openxmlformats.org/officeDocument/2006/relationships/slideLayout" Target="../slideLayouts/slideLayout260.xml"/><Relationship Id="rId33" Type="http://schemas.openxmlformats.org/officeDocument/2006/relationships/theme" Target="../theme/theme9.xml"/><Relationship Id="rId2" Type="http://schemas.openxmlformats.org/officeDocument/2006/relationships/slideLayout" Target="../slideLayouts/slideLayout237.xml"/><Relationship Id="rId16" Type="http://schemas.openxmlformats.org/officeDocument/2006/relationships/slideLayout" Target="../slideLayouts/slideLayout251.xml"/><Relationship Id="rId20" Type="http://schemas.openxmlformats.org/officeDocument/2006/relationships/slideLayout" Target="../slideLayouts/slideLayout255.xml"/><Relationship Id="rId29" Type="http://schemas.openxmlformats.org/officeDocument/2006/relationships/slideLayout" Target="../slideLayouts/slideLayout264.xml"/><Relationship Id="rId1" Type="http://schemas.openxmlformats.org/officeDocument/2006/relationships/slideLayout" Target="../slideLayouts/slideLayout236.xml"/><Relationship Id="rId6" Type="http://schemas.openxmlformats.org/officeDocument/2006/relationships/slideLayout" Target="../slideLayouts/slideLayout241.xml"/><Relationship Id="rId11" Type="http://schemas.openxmlformats.org/officeDocument/2006/relationships/slideLayout" Target="../slideLayouts/slideLayout246.xml"/><Relationship Id="rId24" Type="http://schemas.openxmlformats.org/officeDocument/2006/relationships/slideLayout" Target="../slideLayouts/slideLayout259.xml"/><Relationship Id="rId32" Type="http://schemas.openxmlformats.org/officeDocument/2006/relationships/slideLayout" Target="../slideLayouts/slideLayout267.xml"/><Relationship Id="rId5" Type="http://schemas.openxmlformats.org/officeDocument/2006/relationships/slideLayout" Target="../slideLayouts/slideLayout240.xml"/><Relationship Id="rId15" Type="http://schemas.openxmlformats.org/officeDocument/2006/relationships/slideLayout" Target="../slideLayouts/slideLayout250.xml"/><Relationship Id="rId23" Type="http://schemas.openxmlformats.org/officeDocument/2006/relationships/slideLayout" Target="../slideLayouts/slideLayout258.xml"/><Relationship Id="rId28" Type="http://schemas.openxmlformats.org/officeDocument/2006/relationships/slideLayout" Target="../slideLayouts/slideLayout263.xml"/><Relationship Id="rId10" Type="http://schemas.openxmlformats.org/officeDocument/2006/relationships/slideLayout" Target="../slideLayouts/slideLayout245.xml"/><Relationship Id="rId19" Type="http://schemas.openxmlformats.org/officeDocument/2006/relationships/slideLayout" Target="../slideLayouts/slideLayout254.xml"/><Relationship Id="rId31" Type="http://schemas.openxmlformats.org/officeDocument/2006/relationships/slideLayout" Target="../slideLayouts/slideLayout266.xml"/><Relationship Id="rId4" Type="http://schemas.openxmlformats.org/officeDocument/2006/relationships/slideLayout" Target="../slideLayouts/slideLayout239.xml"/><Relationship Id="rId9" Type="http://schemas.openxmlformats.org/officeDocument/2006/relationships/slideLayout" Target="../slideLayouts/slideLayout244.xml"/><Relationship Id="rId14" Type="http://schemas.openxmlformats.org/officeDocument/2006/relationships/slideLayout" Target="../slideLayouts/slideLayout249.xml"/><Relationship Id="rId22" Type="http://schemas.openxmlformats.org/officeDocument/2006/relationships/slideLayout" Target="../slideLayouts/slideLayout257.xml"/><Relationship Id="rId27" Type="http://schemas.openxmlformats.org/officeDocument/2006/relationships/slideLayout" Target="../slideLayouts/slideLayout262.xml"/><Relationship Id="rId30" Type="http://schemas.openxmlformats.org/officeDocument/2006/relationships/slideLayout" Target="../slideLayouts/slideLayout265.xml"/><Relationship Id="rId35" Type="http://schemas.openxmlformats.org/officeDocument/2006/relationships/image" Target="../media/image68.svg"/><Relationship Id="rId8" Type="http://schemas.openxmlformats.org/officeDocument/2006/relationships/slideLayout" Target="../slideLayouts/slideLayout243.xml"/></Relationships>
</file>

<file path=ppt/slideMasters/_rels/slideMaster10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80.xml"/><Relationship Id="rId18" Type="http://schemas.openxmlformats.org/officeDocument/2006/relationships/slideLayout" Target="../slideLayouts/slideLayout285.xml"/><Relationship Id="rId26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70.xml"/><Relationship Id="rId21" Type="http://schemas.openxmlformats.org/officeDocument/2006/relationships/slideLayout" Target="../slideLayouts/slideLayout288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274.xml"/><Relationship Id="rId12" Type="http://schemas.openxmlformats.org/officeDocument/2006/relationships/slideLayout" Target="../slideLayouts/slideLayout279.xml"/><Relationship Id="rId17" Type="http://schemas.openxmlformats.org/officeDocument/2006/relationships/slideLayout" Target="../slideLayouts/slideLayout284.xml"/><Relationship Id="rId25" Type="http://schemas.openxmlformats.org/officeDocument/2006/relationships/slideLayout" Target="../slideLayouts/slideLayout292.xml"/><Relationship Id="rId33" Type="http://schemas.openxmlformats.org/officeDocument/2006/relationships/theme" Target="../theme/theme10.xml"/><Relationship Id="rId2" Type="http://schemas.openxmlformats.org/officeDocument/2006/relationships/slideLayout" Target="../slideLayouts/slideLayout269.xml"/><Relationship Id="rId16" Type="http://schemas.openxmlformats.org/officeDocument/2006/relationships/slideLayout" Target="../slideLayouts/slideLayout283.xml"/><Relationship Id="rId20" Type="http://schemas.openxmlformats.org/officeDocument/2006/relationships/slideLayout" Target="../slideLayouts/slideLayout287.xml"/><Relationship Id="rId29" Type="http://schemas.openxmlformats.org/officeDocument/2006/relationships/slideLayout" Target="../slideLayouts/slideLayout296.xml"/><Relationship Id="rId1" Type="http://schemas.openxmlformats.org/officeDocument/2006/relationships/slideLayout" Target="../slideLayouts/slideLayout268.xml"/><Relationship Id="rId6" Type="http://schemas.openxmlformats.org/officeDocument/2006/relationships/slideLayout" Target="../slideLayouts/slideLayout273.xml"/><Relationship Id="rId11" Type="http://schemas.openxmlformats.org/officeDocument/2006/relationships/slideLayout" Target="../slideLayouts/slideLayout278.xml"/><Relationship Id="rId24" Type="http://schemas.openxmlformats.org/officeDocument/2006/relationships/slideLayout" Target="../slideLayouts/slideLayout291.xml"/><Relationship Id="rId32" Type="http://schemas.openxmlformats.org/officeDocument/2006/relationships/slideLayout" Target="../slideLayouts/slideLayout299.xml"/><Relationship Id="rId5" Type="http://schemas.openxmlformats.org/officeDocument/2006/relationships/slideLayout" Target="../slideLayouts/slideLayout272.xml"/><Relationship Id="rId15" Type="http://schemas.openxmlformats.org/officeDocument/2006/relationships/slideLayout" Target="../slideLayouts/slideLayout282.xml"/><Relationship Id="rId23" Type="http://schemas.openxmlformats.org/officeDocument/2006/relationships/slideLayout" Target="../slideLayouts/slideLayout290.xml"/><Relationship Id="rId28" Type="http://schemas.openxmlformats.org/officeDocument/2006/relationships/slideLayout" Target="../slideLayouts/slideLayout295.xml"/><Relationship Id="rId10" Type="http://schemas.openxmlformats.org/officeDocument/2006/relationships/slideLayout" Target="../slideLayouts/slideLayout277.xml"/><Relationship Id="rId19" Type="http://schemas.openxmlformats.org/officeDocument/2006/relationships/slideLayout" Target="../slideLayouts/slideLayout286.xml"/><Relationship Id="rId31" Type="http://schemas.openxmlformats.org/officeDocument/2006/relationships/slideLayout" Target="../slideLayouts/slideLayout298.xml"/><Relationship Id="rId4" Type="http://schemas.openxmlformats.org/officeDocument/2006/relationships/slideLayout" Target="../slideLayouts/slideLayout271.xml"/><Relationship Id="rId9" Type="http://schemas.openxmlformats.org/officeDocument/2006/relationships/slideLayout" Target="../slideLayouts/slideLayout276.xml"/><Relationship Id="rId14" Type="http://schemas.openxmlformats.org/officeDocument/2006/relationships/slideLayout" Target="../slideLayouts/slideLayout281.xml"/><Relationship Id="rId22" Type="http://schemas.openxmlformats.org/officeDocument/2006/relationships/slideLayout" Target="../slideLayouts/slideLayout289.xml"/><Relationship Id="rId27" Type="http://schemas.openxmlformats.org/officeDocument/2006/relationships/slideLayout" Target="../slideLayouts/slideLayout294.xml"/><Relationship Id="rId30" Type="http://schemas.openxmlformats.org/officeDocument/2006/relationships/slideLayout" Target="../slideLayouts/slideLayout297.xml"/><Relationship Id="rId35" Type="http://schemas.openxmlformats.org/officeDocument/2006/relationships/image" Target="../media/image68.svg"/><Relationship Id="rId8" Type="http://schemas.openxmlformats.org/officeDocument/2006/relationships/slideLayout" Target="../slideLayouts/slideLayout275.xml"/></Relationships>
</file>

<file path=ppt/slideMasters/_rels/slideMaster1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2.xml"/><Relationship Id="rId18" Type="http://schemas.openxmlformats.org/officeDocument/2006/relationships/slideLayout" Target="../slideLayouts/slideLayout317.xml"/><Relationship Id="rId26" Type="http://schemas.openxmlformats.org/officeDocument/2006/relationships/slideLayout" Target="../slideLayouts/slideLayout325.xml"/><Relationship Id="rId3" Type="http://schemas.openxmlformats.org/officeDocument/2006/relationships/slideLayout" Target="../slideLayouts/slideLayout302.xml"/><Relationship Id="rId21" Type="http://schemas.openxmlformats.org/officeDocument/2006/relationships/slideLayout" Target="../slideLayouts/slideLayout320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306.xml"/><Relationship Id="rId12" Type="http://schemas.openxmlformats.org/officeDocument/2006/relationships/slideLayout" Target="../slideLayouts/slideLayout311.xml"/><Relationship Id="rId17" Type="http://schemas.openxmlformats.org/officeDocument/2006/relationships/slideLayout" Target="../slideLayouts/slideLayout316.xml"/><Relationship Id="rId25" Type="http://schemas.openxmlformats.org/officeDocument/2006/relationships/slideLayout" Target="../slideLayouts/slideLayout324.xml"/><Relationship Id="rId33" Type="http://schemas.openxmlformats.org/officeDocument/2006/relationships/theme" Target="../theme/theme11.xml"/><Relationship Id="rId2" Type="http://schemas.openxmlformats.org/officeDocument/2006/relationships/slideLayout" Target="../slideLayouts/slideLayout301.xml"/><Relationship Id="rId16" Type="http://schemas.openxmlformats.org/officeDocument/2006/relationships/slideLayout" Target="../slideLayouts/slideLayout315.xml"/><Relationship Id="rId20" Type="http://schemas.openxmlformats.org/officeDocument/2006/relationships/slideLayout" Target="../slideLayouts/slideLayout319.xml"/><Relationship Id="rId29" Type="http://schemas.openxmlformats.org/officeDocument/2006/relationships/slideLayout" Target="../slideLayouts/slideLayout328.xml"/><Relationship Id="rId1" Type="http://schemas.openxmlformats.org/officeDocument/2006/relationships/slideLayout" Target="../slideLayouts/slideLayout300.xml"/><Relationship Id="rId6" Type="http://schemas.openxmlformats.org/officeDocument/2006/relationships/slideLayout" Target="../slideLayouts/slideLayout305.xml"/><Relationship Id="rId11" Type="http://schemas.openxmlformats.org/officeDocument/2006/relationships/slideLayout" Target="../slideLayouts/slideLayout310.xml"/><Relationship Id="rId24" Type="http://schemas.openxmlformats.org/officeDocument/2006/relationships/slideLayout" Target="../slideLayouts/slideLayout323.xml"/><Relationship Id="rId32" Type="http://schemas.openxmlformats.org/officeDocument/2006/relationships/slideLayout" Target="../slideLayouts/slideLayout331.xml"/><Relationship Id="rId5" Type="http://schemas.openxmlformats.org/officeDocument/2006/relationships/slideLayout" Target="../slideLayouts/slideLayout304.xml"/><Relationship Id="rId15" Type="http://schemas.openxmlformats.org/officeDocument/2006/relationships/slideLayout" Target="../slideLayouts/slideLayout314.xml"/><Relationship Id="rId23" Type="http://schemas.openxmlformats.org/officeDocument/2006/relationships/slideLayout" Target="../slideLayouts/slideLayout322.xml"/><Relationship Id="rId28" Type="http://schemas.openxmlformats.org/officeDocument/2006/relationships/slideLayout" Target="../slideLayouts/slideLayout327.xml"/><Relationship Id="rId10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8.xml"/><Relationship Id="rId31" Type="http://schemas.openxmlformats.org/officeDocument/2006/relationships/slideLayout" Target="../slideLayouts/slideLayout330.xml"/><Relationship Id="rId4" Type="http://schemas.openxmlformats.org/officeDocument/2006/relationships/slideLayout" Target="../slideLayouts/slideLayout303.xml"/><Relationship Id="rId9" Type="http://schemas.openxmlformats.org/officeDocument/2006/relationships/slideLayout" Target="../slideLayouts/slideLayout308.xml"/><Relationship Id="rId14" Type="http://schemas.openxmlformats.org/officeDocument/2006/relationships/slideLayout" Target="../slideLayouts/slideLayout313.xml"/><Relationship Id="rId22" Type="http://schemas.openxmlformats.org/officeDocument/2006/relationships/slideLayout" Target="../slideLayouts/slideLayout321.xml"/><Relationship Id="rId27" Type="http://schemas.openxmlformats.org/officeDocument/2006/relationships/slideLayout" Target="../slideLayouts/slideLayout326.xml"/><Relationship Id="rId30" Type="http://schemas.openxmlformats.org/officeDocument/2006/relationships/slideLayout" Target="../slideLayouts/slideLayout329.xml"/><Relationship Id="rId35" Type="http://schemas.openxmlformats.org/officeDocument/2006/relationships/image" Target="../media/image68.svg"/><Relationship Id="rId8" Type="http://schemas.openxmlformats.org/officeDocument/2006/relationships/slideLayout" Target="../slideLayouts/slideLayout307.xml"/></Relationships>
</file>

<file path=ppt/slideMasters/_rels/slideMaster1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44.xml"/><Relationship Id="rId18" Type="http://schemas.openxmlformats.org/officeDocument/2006/relationships/slideLayout" Target="../slideLayouts/slideLayout349.xml"/><Relationship Id="rId26" Type="http://schemas.openxmlformats.org/officeDocument/2006/relationships/slideLayout" Target="../slideLayouts/slideLayout357.xml"/><Relationship Id="rId3" Type="http://schemas.openxmlformats.org/officeDocument/2006/relationships/slideLayout" Target="../slideLayouts/slideLayout334.xml"/><Relationship Id="rId21" Type="http://schemas.openxmlformats.org/officeDocument/2006/relationships/slideLayout" Target="../slideLayouts/slideLayout352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338.xml"/><Relationship Id="rId12" Type="http://schemas.openxmlformats.org/officeDocument/2006/relationships/slideLayout" Target="../slideLayouts/slideLayout343.xml"/><Relationship Id="rId17" Type="http://schemas.openxmlformats.org/officeDocument/2006/relationships/slideLayout" Target="../slideLayouts/slideLayout348.xml"/><Relationship Id="rId25" Type="http://schemas.openxmlformats.org/officeDocument/2006/relationships/slideLayout" Target="../slideLayouts/slideLayout356.xml"/><Relationship Id="rId33" Type="http://schemas.openxmlformats.org/officeDocument/2006/relationships/theme" Target="../theme/theme12.xml"/><Relationship Id="rId2" Type="http://schemas.openxmlformats.org/officeDocument/2006/relationships/slideLayout" Target="../slideLayouts/slideLayout333.xml"/><Relationship Id="rId16" Type="http://schemas.openxmlformats.org/officeDocument/2006/relationships/slideLayout" Target="../slideLayouts/slideLayout347.xml"/><Relationship Id="rId20" Type="http://schemas.openxmlformats.org/officeDocument/2006/relationships/slideLayout" Target="../slideLayouts/slideLayout351.xml"/><Relationship Id="rId29" Type="http://schemas.openxmlformats.org/officeDocument/2006/relationships/slideLayout" Target="../slideLayouts/slideLayout360.xml"/><Relationship Id="rId1" Type="http://schemas.openxmlformats.org/officeDocument/2006/relationships/slideLayout" Target="../slideLayouts/slideLayout332.xml"/><Relationship Id="rId6" Type="http://schemas.openxmlformats.org/officeDocument/2006/relationships/slideLayout" Target="../slideLayouts/slideLayout337.xml"/><Relationship Id="rId11" Type="http://schemas.openxmlformats.org/officeDocument/2006/relationships/slideLayout" Target="../slideLayouts/slideLayout342.xml"/><Relationship Id="rId24" Type="http://schemas.openxmlformats.org/officeDocument/2006/relationships/slideLayout" Target="../slideLayouts/slideLayout355.xml"/><Relationship Id="rId32" Type="http://schemas.openxmlformats.org/officeDocument/2006/relationships/slideLayout" Target="../slideLayouts/slideLayout363.xml"/><Relationship Id="rId5" Type="http://schemas.openxmlformats.org/officeDocument/2006/relationships/slideLayout" Target="../slideLayouts/slideLayout336.xml"/><Relationship Id="rId15" Type="http://schemas.openxmlformats.org/officeDocument/2006/relationships/slideLayout" Target="../slideLayouts/slideLayout346.xml"/><Relationship Id="rId23" Type="http://schemas.openxmlformats.org/officeDocument/2006/relationships/slideLayout" Target="../slideLayouts/slideLayout354.xml"/><Relationship Id="rId28" Type="http://schemas.openxmlformats.org/officeDocument/2006/relationships/slideLayout" Target="../slideLayouts/slideLayout359.xml"/><Relationship Id="rId10" Type="http://schemas.openxmlformats.org/officeDocument/2006/relationships/slideLayout" Target="../slideLayouts/slideLayout341.xml"/><Relationship Id="rId19" Type="http://schemas.openxmlformats.org/officeDocument/2006/relationships/slideLayout" Target="../slideLayouts/slideLayout350.xml"/><Relationship Id="rId31" Type="http://schemas.openxmlformats.org/officeDocument/2006/relationships/slideLayout" Target="../slideLayouts/slideLayout362.xml"/><Relationship Id="rId4" Type="http://schemas.openxmlformats.org/officeDocument/2006/relationships/slideLayout" Target="../slideLayouts/slideLayout335.xml"/><Relationship Id="rId9" Type="http://schemas.openxmlformats.org/officeDocument/2006/relationships/slideLayout" Target="../slideLayouts/slideLayout340.xml"/><Relationship Id="rId14" Type="http://schemas.openxmlformats.org/officeDocument/2006/relationships/slideLayout" Target="../slideLayouts/slideLayout345.xml"/><Relationship Id="rId22" Type="http://schemas.openxmlformats.org/officeDocument/2006/relationships/slideLayout" Target="../slideLayouts/slideLayout353.xml"/><Relationship Id="rId27" Type="http://schemas.openxmlformats.org/officeDocument/2006/relationships/slideLayout" Target="../slideLayouts/slideLayout358.xml"/><Relationship Id="rId30" Type="http://schemas.openxmlformats.org/officeDocument/2006/relationships/slideLayout" Target="../slideLayouts/slideLayout361.xml"/><Relationship Id="rId35" Type="http://schemas.openxmlformats.org/officeDocument/2006/relationships/image" Target="../media/image78.svg"/><Relationship Id="rId8" Type="http://schemas.openxmlformats.org/officeDocument/2006/relationships/slideLayout" Target="../slideLayouts/slideLayout339.xml"/></Relationships>
</file>

<file path=ppt/slideMasters/_rels/slideMaster1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76.xml"/><Relationship Id="rId18" Type="http://schemas.openxmlformats.org/officeDocument/2006/relationships/slideLayout" Target="../slideLayouts/slideLayout381.xml"/><Relationship Id="rId26" Type="http://schemas.openxmlformats.org/officeDocument/2006/relationships/slideLayout" Target="../slideLayouts/slideLayout389.xml"/><Relationship Id="rId3" Type="http://schemas.openxmlformats.org/officeDocument/2006/relationships/slideLayout" Target="../slideLayouts/slideLayout366.xml"/><Relationship Id="rId21" Type="http://schemas.openxmlformats.org/officeDocument/2006/relationships/slideLayout" Target="../slideLayouts/slideLayout384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370.xml"/><Relationship Id="rId12" Type="http://schemas.openxmlformats.org/officeDocument/2006/relationships/slideLayout" Target="../slideLayouts/slideLayout375.xml"/><Relationship Id="rId17" Type="http://schemas.openxmlformats.org/officeDocument/2006/relationships/slideLayout" Target="../slideLayouts/slideLayout380.xml"/><Relationship Id="rId25" Type="http://schemas.openxmlformats.org/officeDocument/2006/relationships/slideLayout" Target="../slideLayouts/slideLayout388.xml"/><Relationship Id="rId33" Type="http://schemas.openxmlformats.org/officeDocument/2006/relationships/theme" Target="../theme/theme13.xml"/><Relationship Id="rId2" Type="http://schemas.openxmlformats.org/officeDocument/2006/relationships/slideLayout" Target="../slideLayouts/slideLayout365.xml"/><Relationship Id="rId16" Type="http://schemas.openxmlformats.org/officeDocument/2006/relationships/slideLayout" Target="../slideLayouts/slideLayout379.xml"/><Relationship Id="rId20" Type="http://schemas.openxmlformats.org/officeDocument/2006/relationships/slideLayout" Target="../slideLayouts/slideLayout383.xml"/><Relationship Id="rId29" Type="http://schemas.openxmlformats.org/officeDocument/2006/relationships/slideLayout" Target="../slideLayouts/slideLayout392.xml"/><Relationship Id="rId1" Type="http://schemas.openxmlformats.org/officeDocument/2006/relationships/slideLayout" Target="../slideLayouts/slideLayout364.xml"/><Relationship Id="rId6" Type="http://schemas.openxmlformats.org/officeDocument/2006/relationships/slideLayout" Target="../slideLayouts/slideLayout369.xml"/><Relationship Id="rId11" Type="http://schemas.openxmlformats.org/officeDocument/2006/relationships/slideLayout" Target="../slideLayouts/slideLayout374.xml"/><Relationship Id="rId24" Type="http://schemas.openxmlformats.org/officeDocument/2006/relationships/slideLayout" Target="../slideLayouts/slideLayout387.xml"/><Relationship Id="rId32" Type="http://schemas.openxmlformats.org/officeDocument/2006/relationships/slideLayout" Target="../slideLayouts/slideLayout395.xml"/><Relationship Id="rId5" Type="http://schemas.openxmlformats.org/officeDocument/2006/relationships/slideLayout" Target="../slideLayouts/slideLayout368.xml"/><Relationship Id="rId15" Type="http://schemas.openxmlformats.org/officeDocument/2006/relationships/slideLayout" Target="../slideLayouts/slideLayout378.xml"/><Relationship Id="rId23" Type="http://schemas.openxmlformats.org/officeDocument/2006/relationships/slideLayout" Target="../slideLayouts/slideLayout386.xml"/><Relationship Id="rId28" Type="http://schemas.openxmlformats.org/officeDocument/2006/relationships/slideLayout" Target="../slideLayouts/slideLayout391.xml"/><Relationship Id="rId10" Type="http://schemas.openxmlformats.org/officeDocument/2006/relationships/slideLayout" Target="../slideLayouts/slideLayout373.xml"/><Relationship Id="rId19" Type="http://schemas.openxmlformats.org/officeDocument/2006/relationships/slideLayout" Target="../slideLayouts/slideLayout382.xml"/><Relationship Id="rId31" Type="http://schemas.openxmlformats.org/officeDocument/2006/relationships/slideLayout" Target="../slideLayouts/slideLayout394.xml"/><Relationship Id="rId4" Type="http://schemas.openxmlformats.org/officeDocument/2006/relationships/slideLayout" Target="../slideLayouts/slideLayout367.xml"/><Relationship Id="rId9" Type="http://schemas.openxmlformats.org/officeDocument/2006/relationships/slideLayout" Target="../slideLayouts/slideLayout372.xml"/><Relationship Id="rId14" Type="http://schemas.openxmlformats.org/officeDocument/2006/relationships/slideLayout" Target="../slideLayouts/slideLayout377.xml"/><Relationship Id="rId22" Type="http://schemas.openxmlformats.org/officeDocument/2006/relationships/slideLayout" Target="../slideLayouts/slideLayout385.xml"/><Relationship Id="rId27" Type="http://schemas.openxmlformats.org/officeDocument/2006/relationships/slideLayout" Target="../slideLayouts/slideLayout390.xml"/><Relationship Id="rId30" Type="http://schemas.openxmlformats.org/officeDocument/2006/relationships/slideLayout" Target="../slideLayouts/slideLayout393.xml"/><Relationship Id="rId35" Type="http://schemas.openxmlformats.org/officeDocument/2006/relationships/image" Target="../media/image78.svg"/><Relationship Id="rId8" Type="http://schemas.openxmlformats.org/officeDocument/2006/relationships/slideLayout" Target="../slideLayouts/slideLayout371.xml"/></Relationships>
</file>

<file path=ppt/slideMasters/_rels/slideMaster1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08.xml"/><Relationship Id="rId18" Type="http://schemas.openxmlformats.org/officeDocument/2006/relationships/slideLayout" Target="../slideLayouts/slideLayout413.xml"/><Relationship Id="rId26" Type="http://schemas.openxmlformats.org/officeDocument/2006/relationships/slideLayout" Target="../slideLayouts/slideLayout421.xml"/><Relationship Id="rId3" Type="http://schemas.openxmlformats.org/officeDocument/2006/relationships/slideLayout" Target="../slideLayouts/slideLayout398.xml"/><Relationship Id="rId21" Type="http://schemas.openxmlformats.org/officeDocument/2006/relationships/slideLayout" Target="../slideLayouts/slideLayout416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402.xml"/><Relationship Id="rId12" Type="http://schemas.openxmlformats.org/officeDocument/2006/relationships/slideLayout" Target="../slideLayouts/slideLayout407.xml"/><Relationship Id="rId17" Type="http://schemas.openxmlformats.org/officeDocument/2006/relationships/slideLayout" Target="../slideLayouts/slideLayout412.xml"/><Relationship Id="rId25" Type="http://schemas.openxmlformats.org/officeDocument/2006/relationships/slideLayout" Target="../slideLayouts/slideLayout420.xml"/><Relationship Id="rId33" Type="http://schemas.openxmlformats.org/officeDocument/2006/relationships/theme" Target="../theme/theme14.xml"/><Relationship Id="rId2" Type="http://schemas.openxmlformats.org/officeDocument/2006/relationships/slideLayout" Target="../slideLayouts/slideLayout397.xml"/><Relationship Id="rId16" Type="http://schemas.openxmlformats.org/officeDocument/2006/relationships/slideLayout" Target="../slideLayouts/slideLayout411.xml"/><Relationship Id="rId20" Type="http://schemas.openxmlformats.org/officeDocument/2006/relationships/slideLayout" Target="../slideLayouts/slideLayout415.xml"/><Relationship Id="rId29" Type="http://schemas.openxmlformats.org/officeDocument/2006/relationships/slideLayout" Target="../slideLayouts/slideLayout424.xml"/><Relationship Id="rId1" Type="http://schemas.openxmlformats.org/officeDocument/2006/relationships/slideLayout" Target="../slideLayouts/slideLayout396.xml"/><Relationship Id="rId6" Type="http://schemas.openxmlformats.org/officeDocument/2006/relationships/slideLayout" Target="../slideLayouts/slideLayout401.xml"/><Relationship Id="rId11" Type="http://schemas.openxmlformats.org/officeDocument/2006/relationships/slideLayout" Target="../slideLayouts/slideLayout406.xml"/><Relationship Id="rId24" Type="http://schemas.openxmlformats.org/officeDocument/2006/relationships/slideLayout" Target="../slideLayouts/slideLayout419.xml"/><Relationship Id="rId32" Type="http://schemas.openxmlformats.org/officeDocument/2006/relationships/slideLayout" Target="../slideLayouts/slideLayout427.xml"/><Relationship Id="rId5" Type="http://schemas.openxmlformats.org/officeDocument/2006/relationships/slideLayout" Target="../slideLayouts/slideLayout400.xml"/><Relationship Id="rId15" Type="http://schemas.openxmlformats.org/officeDocument/2006/relationships/slideLayout" Target="../slideLayouts/slideLayout410.xml"/><Relationship Id="rId23" Type="http://schemas.openxmlformats.org/officeDocument/2006/relationships/slideLayout" Target="../slideLayouts/slideLayout418.xml"/><Relationship Id="rId28" Type="http://schemas.openxmlformats.org/officeDocument/2006/relationships/slideLayout" Target="../slideLayouts/slideLayout423.xml"/><Relationship Id="rId10" Type="http://schemas.openxmlformats.org/officeDocument/2006/relationships/slideLayout" Target="../slideLayouts/slideLayout405.xml"/><Relationship Id="rId19" Type="http://schemas.openxmlformats.org/officeDocument/2006/relationships/slideLayout" Target="../slideLayouts/slideLayout414.xml"/><Relationship Id="rId31" Type="http://schemas.openxmlformats.org/officeDocument/2006/relationships/slideLayout" Target="../slideLayouts/slideLayout426.xml"/><Relationship Id="rId4" Type="http://schemas.openxmlformats.org/officeDocument/2006/relationships/slideLayout" Target="../slideLayouts/slideLayout399.xml"/><Relationship Id="rId9" Type="http://schemas.openxmlformats.org/officeDocument/2006/relationships/slideLayout" Target="../slideLayouts/slideLayout404.xml"/><Relationship Id="rId14" Type="http://schemas.openxmlformats.org/officeDocument/2006/relationships/slideLayout" Target="../slideLayouts/slideLayout409.xml"/><Relationship Id="rId22" Type="http://schemas.openxmlformats.org/officeDocument/2006/relationships/slideLayout" Target="../slideLayouts/slideLayout417.xml"/><Relationship Id="rId27" Type="http://schemas.openxmlformats.org/officeDocument/2006/relationships/slideLayout" Target="../slideLayouts/slideLayout422.xml"/><Relationship Id="rId30" Type="http://schemas.openxmlformats.org/officeDocument/2006/relationships/slideLayout" Target="../slideLayouts/slideLayout425.xml"/><Relationship Id="rId35" Type="http://schemas.openxmlformats.org/officeDocument/2006/relationships/image" Target="../media/image78.svg"/><Relationship Id="rId8" Type="http://schemas.openxmlformats.org/officeDocument/2006/relationships/slideLayout" Target="../slideLayouts/slideLayout403.xml"/></Relationships>
</file>

<file path=ppt/slideMasters/_rels/slideMaster1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0.xml"/><Relationship Id="rId18" Type="http://schemas.openxmlformats.org/officeDocument/2006/relationships/slideLayout" Target="../slideLayouts/slideLayout445.xml"/><Relationship Id="rId26" Type="http://schemas.openxmlformats.org/officeDocument/2006/relationships/slideLayout" Target="../slideLayouts/slideLayout453.xml"/><Relationship Id="rId3" Type="http://schemas.openxmlformats.org/officeDocument/2006/relationships/slideLayout" Target="../slideLayouts/slideLayout430.xml"/><Relationship Id="rId21" Type="http://schemas.openxmlformats.org/officeDocument/2006/relationships/slideLayout" Target="../slideLayouts/slideLayout448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434.xml"/><Relationship Id="rId12" Type="http://schemas.openxmlformats.org/officeDocument/2006/relationships/slideLayout" Target="../slideLayouts/slideLayout439.xml"/><Relationship Id="rId17" Type="http://schemas.openxmlformats.org/officeDocument/2006/relationships/slideLayout" Target="../slideLayouts/slideLayout444.xml"/><Relationship Id="rId25" Type="http://schemas.openxmlformats.org/officeDocument/2006/relationships/slideLayout" Target="../slideLayouts/slideLayout452.xml"/><Relationship Id="rId33" Type="http://schemas.openxmlformats.org/officeDocument/2006/relationships/theme" Target="../theme/theme15.xml"/><Relationship Id="rId2" Type="http://schemas.openxmlformats.org/officeDocument/2006/relationships/slideLayout" Target="../slideLayouts/slideLayout429.xml"/><Relationship Id="rId16" Type="http://schemas.openxmlformats.org/officeDocument/2006/relationships/slideLayout" Target="../slideLayouts/slideLayout443.xml"/><Relationship Id="rId20" Type="http://schemas.openxmlformats.org/officeDocument/2006/relationships/slideLayout" Target="../slideLayouts/slideLayout447.xml"/><Relationship Id="rId29" Type="http://schemas.openxmlformats.org/officeDocument/2006/relationships/slideLayout" Target="../slideLayouts/slideLayout456.xml"/><Relationship Id="rId1" Type="http://schemas.openxmlformats.org/officeDocument/2006/relationships/slideLayout" Target="../slideLayouts/slideLayout428.xml"/><Relationship Id="rId6" Type="http://schemas.openxmlformats.org/officeDocument/2006/relationships/slideLayout" Target="../slideLayouts/slideLayout433.xml"/><Relationship Id="rId11" Type="http://schemas.openxmlformats.org/officeDocument/2006/relationships/slideLayout" Target="../slideLayouts/slideLayout438.xml"/><Relationship Id="rId24" Type="http://schemas.openxmlformats.org/officeDocument/2006/relationships/slideLayout" Target="../slideLayouts/slideLayout451.xml"/><Relationship Id="rId32" Type="http://schemas.openxmlformats.org/officeDocument/2006/relationships/slideLayout" Target="../slideLayouts/slideLayout459.xml"/><Relationship Id="rId5" Type="http://schemas.openxmlformats.org/officeDocument/2006/relationships/slideLayout" Target="../slideLayouts/slideLayout432.xml"/><Relationship Id="rId15" Type="http://schemas.openxmlformats.org/officeDocument/2006/relationships/slideLayout" Target="../slideLayouts/slideLayout442.xml"/><Relationship Id="rId23" Type="http://schemas.openxmlformats.org/officeDocument/2006/relationships/slideLayout" Target="../slideLayouts/slideLayout450.xml"/><Relationship Id="rId28" Type="http://schemas.openxmlformats.org/officeDocument/2006/relationships/slideLayout" Target="../slideLayouts/slideLayout455.xml"/><Relationship Id="rId10" Type="http://schemas.openxmlformats.org/officeDocument/2006/relationships/slideLayout" Target="../slideLayouts/slideLayout437.xml"/><Relationship Id="rId19" Type="http://schemas.openxmlformats.org/officeDocument/2006/relationships/slideLayout" Target="../slideLayouts/slideLayout446.xml"/><Relationship Id="rId31" Type="http://schemas.openxmlformats.org/officeDocument/2006/relationships/slideLayout" Target="../slideLayouts/slideLayout458.xml"/><Relationship Id="rId4" Type="http://schemas.openxmlformats.org/officeDocument/2006/relationships/slideLayout" Target="../slideLayouts/slideLayout431.xml"/><Relationship Id="rId9" Type="http://schemas.openxmlformats.org/officeDocument/2006/relationships/slideLayout" Target="../slideLayouts/slideLayout436.xml"/><Relationship Id="rId14" Type="http://schemas.openxmlformats.org/officeDocument/2006/relationships/slideLayout" Target="../slideLayouts/slideLayout441.xml"/><Relationship Id="rId22" Type="http://schemas.openxmlformats.org/officeDocument/2006/relationships/slideLayout" Target="../slideLayouts/slideLayout449.xml"/><Relationship Id="rId27" Type="http://schemas.openxmlformats.org/officeDocument/2006/relationships/slideLayout" Target="../slideLayouts/slideLayout454.xml"/><Relationship Id="rId30" Type="http://schemas.openxmlformats.org/officeDocument/2006/relationships/slideLayout" Target="../slideLayouts/slideLayout457.xml"/><Relationship Id="rId35" Type="http://schemas.openxmlformats.org/officeDocument/2006/relationships/image" Target="../media/image88.svg"/><Relationship Id="rId8" Type="http://schemas.openxmlformats.org/officeDocument/2006/relationships/slideLayout" Target="../slideLayouts/slideLayout435.xml"/></Relationships>
</file>

<file path=ppt/slideMasters/_rels/slideMaster1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72.xml"/><Relationship Id="rId18" Type="http://schemas.openxmlformats.org/officeDocument/2006/relationships/slideLayout" Target="../slideLayouts/slideLayout477.xml"/><Relationship Id="rId26" Type="http://schemas.openxmlformats.org/officeDocument/2006/relationships/slideLayout" Target="../slideLayouts/slideLayout485.xml"/><Relationship Id="rId3" Type="http://schemas.openxmlformats.org/officeDocument/2006/relationships/slideLayout" Target="../slideLayouts/slideLayout462.xml"/><Relationship Id="rId21" Type="http://schemas.openxmlformats.org/officeDocument/2006/relationships/slideLayout" Target="../slideLayouts/slideLayout480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466.xml"/><Relationship Id="rId12" Type="http://schemas.openxmlformats.org/officeDocument/2006/relationships/slideLayout" Target="../slideLayouts/slideLayout471.xml"/><Relationship Id="rId17" Type="http://schemas.openxmlformats.org/officeDocument/2006/relationships/slideLayout" Target="../slideLayouts/slideLayout476.xml"/><Relationship Id="rId25" Type="http://schemas.openxmlformats.org/officeDocument/2006/relationships/slideLayout" Target="../slideLayouts/slideLayout484.xml"/><Relationship Id="rId33" Type="http://schemas.openxmlformats.org/officeDocument/2006/relationships/theme" Target="../theme/theme16.xml"/><Relationship Id="rId2" Type="http://schemas.openxmlformats.org/officeDocument/2006/relationships/slideLayout" Target="../slideLayouts/slideLayout461.xml"/><Relationship Id="rId16" Type="http://schemas.openxmlformats.org/officeDocument/2006/relationships/slideLayout" Target="../slideLayouts/slideLayout475.xml"/><Relationship Id="rId20" Type="http://schemas.openxmlformats.org/officeDocument/2006/relationships/slideLayout" Target="../slideLayouts/slideLayout479.xml"/><Relationship Id="rId29" Type="http://schemas.openxmlformats.org/officeDocument/2006/relationships/slideLayout" Target="../slideLayouts/slideLayout488.xml"/><Relationship Id="rId1" Type="http://schemas.openxmlformats.org/officeDocument/2006/relationships/slideLayout" Target="../slideLayouts/slideLayout460.xml"/><Relationship Id="rId6" Type="http://schemas.openxmlformats.org/officeDocument/2006/relationships/slideLayout" Target="../slideLayouts/slideLayout465.xml"/><Relationship Id="rId11" Type="http://schemas.openxmlformats.org/officeDocument/2006/relationships/slideLayout" Target="../slideLayouts/slideLayout470.xml"/><Relationship Id="rId24" Type="http://schemas.openxmlformats.org/officeDocument/2006/relationships/slideLayout" Target="../slideLayouts/slideLayout483.xml"/><Relationship Id="rId32" Type="http://schemas.openxmlformats.org/officeDocument/2006/relationships/slideLayout" Target="../slideLayouts/slideLayout491.xml"/><Relationship Id="rId5" Type="http://schemas.openxmlformats.org/officeDocument/2006/relationships/slideLayout" Target="../slideLayouts/slideLayout464.xml"/><Relationship Id="rId15" Type="http://schemas.openxmlformats.org/officeDocument/2006/relationships/slideLayout" Target="../slideLayouts/slideLayout474.xml"/><Relationship Id="rId23" Type="http://schemas.openxmlformats.org/officeDocument/2006/relationships/slideLayout" Target="../slideLayouts/slideLayout482.xml"/><Relationship Id="rId28" Type="http://schemas.openxmlformats.org/officeDocument/2006/relationships/slideLayout" Target="../slideLayouts/slideLayout487.xml"/><Relationship Id="rId10" Type="http://schemas.openxmlformats.org/officeDocument/2006/relationships/slideLayout" Target="../slideLayouts/slideLayout469.xml"/><Relationship Id="rId19" Type="http://schemas.openxmlformats.org/officeDocument/2006/relationships/slideLayout" Target="../slideLayouts/slideLayout478.xml"/><Relationship Id="rId31" Type="http://schemas.openxmlformats.org/officeDocument/2006/relationships/slideLayout" Target="../slideLayouts/slideLayout490.xml"/><Relationship Id="rId4" Type="http://schemas.openxmlformats.org/officeDocument/2006/relationships/slideLayout" Target="../slideLayouts/slideLayout463.xml"/><Relationship Id="rId9" Type="http://schemas.openxmlformats.org/officeDocument/2006/relationships/slideLayout" Target="../slideLayouts/slideLayout468.xml"/><Relationship Id="rId14" Type="http://schemas.openxmlformats.org/officeDocument/2006/relationships/slideLayout" Target="../slideLayouts/slideLayout473.xml"/><Relationship Id="rId22" Type="http://schemas.openxmlformats.org/officeDocument/2006/relationships/slideLayout" Target="../slideLayouts/slideLayout481.xml"/><Relationship Id="rId27" Type="http://schemas.openxmlformats.org/officeDocument/2006/relationships/slideLayout" Target="../slideLayouts/slideLayout486.xml"/><Relationship Id="rId30" Type="http://schemas.openxmlformats.org/officeDocument/2006/relationships/slideLayout" Target="../slideLayouts/slideLayout489.xml"/><Relationship Id="rId35" Type="http://schemas.openxmlformats.org/officeDocument/2006/relationships/image" Target="../media/image88.svg"/><Relationship Id="rId8" Type="http://schemas.openxmlformats.org/officeDocument/2006/relationships/slideLayout" Target="../slideLayouts/slideLayout467.xml"/></Relationships>
</file>

<file path=ppt/slideMasters/_rels/slideMaster1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04.xml"/><Relationship Id="rId18" Type="http://schemas.openxmlformats.org/officeDocument/2006/relationships/slideLayout" Target="../slideLayouts/slideLayout509.xml"/><Relationship Id="rId26" Type="http://schemas.openxmlformats.org/officeDocument/2006/relationships/slideLayout" Target="../slideLayouts/slideLayout517.xml"/><Relationship Id="rId3" Type="http://schemas.openxmlformats.org/officeDocument/2006/relationships/slideLayout" Target="../slideLayouts/slideLayout494.xml"/><Relationship Id="rId21" Type="http://schemas.openxmlformats.org/officeDocument/2006/relationships/slideLayout" Target="../slideLayouts/slideLayout512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498.xml"/><Relationship Id="rId12" Type="http://schemas.openxmlformats.org/officeDocument/2006/relationships/slideLayout" Target="../slideLayouts/slideLayout503.xml"/><Relationship Id="rId17" Type="http://schemas.openxmlformats.org/officeDocument/2006/relationships/slideLayout" Target="../slideLayouts/slideLayout508.xml"/><Relationship Id="rId25" Type="http://schemas.openxmlformats.org/officeDocument/2006/relationships/slideLayout" Target="../slideLayouts/slideLayout516.xml"/><Relationship Id="rId33" Type="http://schemas.openxmlformats.org/officeDocument/2006/relationships/theme" Target="../theme/theme17.xml"/><Relationship Id="rId2" Type="http://schemas.openxmlformats.org/officeDocument/2006/relationships/slideLayout" Target="../slideLayouts/slideLayout493.xml"/><Relationship Id="rId16" Type="http://schemas.openxmlformats.org/officeDocument/2006/relationships/slideLayout" Target="../slideLayouts/slideLayout507.xml"/><Relationship Id="rId20" Type="http://schemas.openxmlformats.org/officeDocument/2006/relationships/slideLayout" Target="../slideLayouts/slideLayout511.xml"/><Relationship Id="rId29" Type="http://schemas.openxmlformats.org/officeDocument/2006/relationships/slideLayout" Target="../slideLayouts/slideLayout520.xml"/><Relationship Id="rId1" Type="http://schemas.openxmlformats.org/officeDocument/2006/relationships/slideLayout" Target="../slideLayouts/slideLayout492.xml"/><Relationship Id="rId6" Type="http://schemas.openxmlformats.org/officeDocument/2006/relationships/slideLayout" Target="../slideLayouts/slideLayout497.xml"/><Relationship Id="rId11" Type="http://schemas.openxmlformats.org/officeDocument/2006/relationships/slideLayout" Target="../slideLayouts/slideLayout502.xml"/><Relationship Id="rId24" Type="http://schemas.openxmlformats.org/officeDocument/2006/relationships/slideLayout" Target="../slideLayouts/slideLayout515.xml"/><Relationship Id="rId32" Type="http://schemas.openxmlformats.org/officeDocument/2006/relationships/slideLayout" Target="../slideLayouts/slideLayout523.xml"/><Relationship Id="rId5" Type="http://schemas.openxmlformats.org/officeDocument/2006/relationships/slideLayout" Target="../slideLayouts/slideLayout496.xml"/><Relationship Id="rId15" Type="http://schemas.openxmlformats.org/officeDocument/2006/relationships/slideLayout" Target="../slideLayouts/slideLayout506.xml"/><Relationship Id="rId23" Type="http://schemas.openxmlformats.org/officeDocument/2006/relationships/slideLayout" Target="../slideLayouts/slideLayout514.xml"/><Relationship Id="rId28" Type="http://schemas.openxmlformats.org/officeDocument/2006/relationships/slideLayout" Target="../slideLayouts/slideLayout519.xml"/><Relationship Id="rId10" Type="http://schemas.openxmlformats.org/officeDocument/2006/relationships/slideLayout" Target="../slideLayouts/slideLayout501.xml"/><Relationship Id="rId19" Type="http://schemas.openxmlformats.org/officeDocument/2006/relationships/slideLayout" Target="../slideLayouts/slideLayout510.xml"/><Relationship Id="rId31" Type="http://schemas.openxmlformats.org/officeDocument/2006/relationships/slideLayout" Target="../slideLayouts/slideLayout522.xml"/><Relationship Id="rId4" Type="http://schemas.openxmlformats.org/officeDocument/2006/relationships/slideLayout" Target="../slideLayouts/slideLayout495.xml"/><Relationship Id="rId9" Type="http://schemas.openxmlformats.org/officeDocument/2006/relationships/slideLayout" Target="../slideLayouts/slideLayout500.xml"/><Relationship Id="rId14" Type="http://schemas.openxmlformats.org/officeDocument/2006/relationships/slideLayout" Target="../slideLayouts/slideLayout505.xml"/><Relationship Id="rId22" Type="http://schemas.openxmlformats.org/officeDocument/2006/relationships/slideLayout" Target="../slideLayouts/slideLayout513.xml"/><Relationship Id="rId27" Type="http://schemas.openxmlformats.org/officeDocument/2006/relationships/slideLayout" Target="../slideLayouts/slideLayout518.xml"/><Relationship Id="rId30" Type="http://schemas.openxmlformats.org/officeDocument/2006/relationships/slideLayout" Target="../slideLayouts/slideLayout521.xml"/><Relationship Id="rId35" Type="http://schemas.openxmlformats.org/officeDocument/2006/relationships/image" Target="../media/image88.svg"/><Relationship Id="rId8" Type="http://schemas.openxmlformats.org/officeDocument/2006/relationships/slideLayout" Target="../slideLayouts/slideLayout499.xml"/></Relationships>
</file>

<file path=ppt/slideMasters/_rels/slideMaster18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6.xml"/><Relationship Id="rId18" Type="http://schemas.openxmlformats.org/officeDocument/2006/relationships/slideLayout" Target="../slideLayouts/slideLayout541.xml"/><Relationship Id="rId26" Type="http://schemas.openxmlformats.org/officeDocument/2006/relationships/slideLayout" Target="../slideLayouts/slideLayout549.xml"/><Relationship Id="rId3" Type="http://schemas.openxmlformats.org/officeDocument/2006/relationships/slideLayout" Target="../slideLayouts/slideLayout526.xml"/><Relationship Id="rId21" Type="http://schemas.openxmlformats.org/officeDocument/2006/relationships/slideLayout" Target="../slideLayouts/slideLayout544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530.xml"/><Relationship Id="rId12" Type="http://schemas.openxmlformats.org/officeDocument/2006/relationships/slideLayout" Target="../slideLayouts/slideLayout535.xml"/><Relationship Id="rId17" Type="http://schemas.openxmlformats.org/officeDocument/2006/relationships/slideLayout" Target="../slideLayouts/slideLayout540.xml"/><Relationship Id="rId25" Type="http://schemas.openxmlformats.org/officeDocument/2006/relationships/slideLayout" Target="../slideLayouts/slideLayout548.xml"/><Relationship Id="rId33" Type="http://schemas.openxmlformats.org/officeDocument/2006/relationships/theme" Target="../theme/theme18.xml"/><Relationship Id="rId2" Type="http://schemas.openxmlformats.org/officeDocument/2006/relationships/slideLayout" Target="../slideLayouts/slideLayout525.xml"/><Relationship Id="rId16" Type="http://schemas.openxmlformats.org/officeDocument/2006/relationships/slideLayout" Target="../slideLayouts/slideLayout539.xml"/><Relationship Id="rId20" Type="http://schemas.openxmlformats.org/officeDocument/2006/relationships/slideLayout" Target="../slideLayouts/slideLayout543.xml"/><Relationship Id="rId29" Type="http://schemas.openxmlformats.org/officeDocument/2006/relationships/slideLayout" Target="../slideLayouts/slideLayout552.xml"/><Relationship Id="rId1" Type="http://schemas.openxmlformats.org/officeDocument/2006/relationships/slideLayout" Target="../slideLayouts/slideLayout524.xml"/><Relationship Id="rId6" Type="http://schemas.openxmlformats.org/officeDocument/2006/relationships/slideLayout" Target="../slideLayouts/slideLayout529.xml"/><Relationship Id="rId11" Type="http://schemas.openxmlformats.org/officeDocument/2006/relationships/slideLayout" Target="../slideLayouts/slideLayout534.xml"/><Relationship Id="rId24" Type="http://schemas.openxmlformats.org/officeDocument/2006/relationships/slideLayout" Target="../slideLayouts/slideLayout547.xml"/><Relationship Id="rId32" Type="http://schemas.openxmlformats.org/officeDocument/2006/relationships/slideLayout" Target="../slideLayouts/slideLayout555.xml"/><Relationship Id="rId5" Type="http://schemas.openxmlformats.org/officeDocument/2006/relationships/slideLayout" Target="../slideLayouts/slideLayout528.xml"/><Relationship Id="rId15" Type="http://schemas.openxmlformats.org/officeDocument/2006/relationships/slideLayout" Target="../slideLayouts/slideLayout538.xml"/><Relationship Id="rId23" Type="http://schemas.openxmlformats.org/officeDocument/2006/relationships/slideLayout" Target="../slideLayouts/slideLayout546.xml"/><Relationship Id="rId28" Type="http://schemas.openxmlformats.org/officeDocument/2006/relationships/slideLayout" Target="../slideLayouts/slideLayout551.xml"/><Relationship Id="rId10" Type="http://schemas.openxmlformats.org/officeDocument/2006/relationships/slideLayout" Target="../slideLayouts/slideLayout533.xml"/><Relationship Id="rId19" Type="http://schemas.openxmlformats.org/officeDocument/2006/relationships/slideLayout" Target="../slideLayouts/slideLayout542.xml"/><Relationship Id="rId31" Type="http://schemas.openxmlformats.org/officeDocument/2006/relationships/slideLayout" Target="../slideLayouts/slideLayout554.xml"/><Relationship Id="rId4" Type="http://schemas.openxmlformats.org/officeDocument/2006/relationships/slideLayout" Target="../slideLayouts/slideLayout527.xml"/><Relationship Id="rId9" Type="http://schemas.openxmlformats.org/officeDocument/2006/relationships/slideLayout" Target="../slideLayouts/slideLayout532.xml"/><Relationship Id="rId14" Type="http://schemas.openxmlformats.org/officeDocument/2006/relationships/slideLayout" Target="../slideLayouts/slideLayout537.xml"/><Relationship Id="rId22" Type="http://schemas.openxmlformats.org/officeDocument/2006/relationships/slideLayout" Target="../slideLayouts/slideLayout545.xml"/><Relationship Id="rId27" Type="http://schemas.openxmlformats.org/officeDocument/2006/relationships/slideLayout" Target="../slideLayouts/slideLayout550.xml"/><Relationship Id="rId30" Type="http://schemas.openxmlformats.org/officeDocument/2006/relationships/slideLayout" Target="../slideLayouts/slideLayout553.xml"/><Relationship Id="rId35" Type="http://schemas.openxmlformats.org/officeDocument/2006/relationships/image" Target="../media/image98.svg"/><Relationship Id="rId8" Type="http://schemas.openxmlformats.org/officeDocument/2006/relationships/slideLayout" Target="../slideLayouts/slideLayout5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  <p:sldLayoutId id="2147483757" r:id="rId31"/>
    <p:sldLayoutId id="2147483758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  <p:sldLayoutId id="2147483782" r:id="rId23"/>
    <p:sldLayoutId id="2147483783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90" r:id="rId31"/>
    <p:sldLayoutId id="2147483791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  <p:sldLayoutId id="2147483811" r:id="rId19"/>
    <p:sldLayoutId id="2147483812" r:id="rId20"/>
    <p:sldLayoutId id="2147483813" r:id="rId21"/>
    <p:sldLayoutId id="2147483814" r:id="rId22"/>
    <p:sldLayoutId id="2147483815" r:id="rId23"/>
    <p:sldLayoutId id="2147483816" r:id="rId24"/>
    <p:sldLayoutId id="2147483817" r:id="rId25"/>
    <p:sldLayoutId id="2147483818" r:id="rId26"/>
    <p:sldLayoutId id="2147483819" r:id="rId27"/>
    <p:sldLayoutId id="2147483820" r:id="rId28"/>
    <p:sldLayoutId id="2147483821" r:id="rId29"/>
    <p:sldLayoutId id="2147483822" r:id="rId30"/>
    <p:sldLayoutId id="2147483823" r:id="rId31"/>
    <p:sldLayoutId id="2147483824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  <p:sldLayoutId id="2147483842" r:id="rId17"/>
    <p:sldLayoutId id="2147483843" r:id="rId18"/>
    <p:sldLayoutId id="2147483844" r:id="rId19"/>
    <p:sldLayoutId id="2147483845" r:id="rId20"/>
    <p:sldLayoutId id="2147483846" r:id="rId21"/>
    <p:sldLayoutId id="2147483847" r:id="rId22"/>
    <p:sldLayoutId id="2147483848" r:id="rId23"/>
    <p:sldLayoutId id="2147483849" r:id="rId24"/>
    <p:sldLayoutId id="2147483850" r:id="rId25"/>
    <p:sldLayoutId id="2147483851" r:id="rId26"/>
    <p:sldLayoutId id="2147483852" r:id="rId27"/>
    <p:sldLayoutId id="2147483853" r:id="rId28"/>
    <p:sldLayoutId id="2147483854" r:id="rId29"/>
    <p:sldLayoutId id="2147483855" r:id="rId30"/>
    <p:sldLayoutId id="2147483856" r:id="rId31"/>
    <p:sldLayoutId id="2147483857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  <p:sldLayoutId id="2147483876" r:id="rId18"/>
    <p:sldLayoutId id="2147483877" r:id="rId19"/>
    <p:sldLayoutId id="2147483878" r:id="rId20"/>
    <p:sldLayoutId id="2147483879" r:id="rId21"/>
    <p:sldLayoutId id="2147483880" r:id="rId22"/>
    <p:sldLayoutId id="2147483881" r:id="rId23"/>
    <p:sldLayoutId id="2147483882" r:id="rId24"/>
    <p:sldLayoutId id="2147483883" r:id="rId25"/>
    <p:sldLayoutId id="2147483884" r:id="rId26"/>
    <p:sldLayoutId id="2147483885" r:id="rId27"/>
    <p:sldLayoutId id="2147483886" r:id="rId28"/>
    <p:sldLayoutId id="2147483887" r:id="rId29"/>
    <p:sldLayoutId id="2147483888" r:id="rId30"/>
    <p:sldLayoutId id="2147483889" r:id="rId31"/>
    <p:sldLayoutId id="2147483890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  <p:sldLayoutId id="2147483905" r:id="rId14"/>
    <p:sldLayoutId id="2147483906" r:id="rId15"/>
    <p:sldLayoutId id="2147483907" r:id="rId16"/>
    <p:sldLayoutId id="2147483908" r:id="rId17"/>
    <p:sldLayoutId id="2147483909" r:id="rId18"/>
    <p:sldLayoutId id="2147483910" r:id="rId19"/>
    <p:sldLayoutId id="2147483911" r:id="rId20"/>
    <p:sldLayoutId id="2147483912" r:id="rId21"/>
    <p:sldLayoutId id="2147483913" r:id="rId22"/>
    <p:sldLayoutId id="2147483914" r:id="rId23"/>
    <p:sldLayoutId id="2147483915" r:id="rId24"/>
    <p:sldLayoutId id="2147483916" r:id="rId25"/>
    <p:sldLayoutId id="2147483917" r:id="rId26"/>
    <p:sldLayoutId id="2147483918" r:id="rId27"/>
    <p:sldLayoutId id="2147483919" r:id="rId28"/>
    <p:sldLayoutId id="2147483920" r:id="rId29"/>
    <p:sldLayoutId id="2147483921" r:id="rId30"/>
    <p:sldLayoutId id="2147483922" r:id="rId31"/>
    <p:sldLayoutId id="2147483923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  <p:sldLayoutId id="2147483938" r:id="rId14"/>
    <p:sldLayoutId id="2147483939" r:id="rId15"/>
    <p:sldLayoutId id="2147483940" r:id="rId16"/>
    <p:sldLayoutId id="2147483941" r:id="rId17"/>
    <p:sldLayoutId id="2147483942" r:id="rId18"/>
    <p:sldLayoutId id="2147483943" r:id="rId19"/>
    <p:sldLayoutId id="2147483944" r:id="rId20"/>
    <p:sldLayoutId id="2147483945" r:id="rId21"/>
    <p:sldLayoutId id="2147483946" r:id="rId22"/>
    <p:sldLayoutId id="2147483947" r:id="rId23"/>
    <p:sldLayoutId id="2147483948" r:id="rId24"/>
    <p:sldLayoutId id="2147483949" r:id="rId25"/>
    <p:sldLayoutId id="2147483950" r:id="rId26"/>
    <p:sldLayoutId id="2147483951" r:id="rId27"/>
    <p:sldLayoutId id="2147483952" r:id="rId28"/>
    <p:sldLayoutId id="2147483953" r:id="rId29"/>
    <p:sldLayoutId id="2147483954" r:id="rId30"/>
    <p:sldLayoutId id="2147483955" r:id="rId31"/>
    <p:sldLayoutId id="2147483956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  <p:sldLayoutId id="2147483973" r:id="rId16"/>
    <p:sldLayoutId id="2147483974" r:id="rId17"/>
    <p:sldLayoutId id="2147483975" r:id="rId18"/>
    <p:sldLayoutId id="2147483976" r:id="rId19"/>
    <p:sldLayoutId id="2147483977" r:id="rId20"/>
    <p:sldLayoutId id="2147483978" r:id="rId21"/>
    <p:sldLayoutId id="2147483979" r:id="rId22"/>
    <p:sldLayoutId id="2147483980" r:id="rId23"/>
    <p:sldLayoutId id="2147483981" r:id="rId24"/>
    <p:sldLayoutId id="2147483982" r:id="rId25"/>
    <p:sldLayoutId id="2147483983" r:id="rId26"/>
    <p:sldLayoutId id="2147483984" r:id="rId27"/>
    <p:sldLayoutId id="2147483985" r:id="rId28"/>
    <p:sldLayoutId id="2147483986" r:id="rId29"/>
    <p:sldLayoutId id="2147483987" r:id="rId30"/>
    <p:sldLayoutId id="2147483988" r:id="rId31"/>
    <p:sldLayoutId id="2147483989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  <p:sldLayoutId id="2147484003" r:id="rId13"/>
    <p:sldLayoutId id="2147484004" r:id="rId14"/>
    <p:sldLayoutId id="2147484005" r:id="rId15"/>
    <p:sldLayoutId id="2147484006" r:id="rId16"/>
    <p:sldLayoutId id="2147484007" r:id="rId17"/>
    <p:sldLayoutId id="2147484008" r:id="rId18"/>
    <p:sldLayoutId id="2147484009" r:id="rId19"/>
    <p:sldLayoutId id="2147484010" r:id="rId20"/>
    <p:sldLayoutId id="2147484011" r:id="rId21"/>
    <p:sldLayoutId id="2147484012" r:id="rId22"/>
    <p:sldLayoutId id="2147484013" r:id="rId23"/>
    <p:sldLayoutId id="2147484014" r:id="rId24"/>
    <p:sldLayoutId id="2147484015" r:id="rId25"/>
    <p:sldLayoutId id="2147484016" r:id="rId26"/>
    <p:sldLayoutId id="2147484017" r:id="rId27"/>
    <p:sldLayoutId id="2147484018" r:id="rId28"/>
    <p:sldLayoutId id="2147484019" r:id="rId29"/>
    <p:sldLayoutId id="2147484020" r:id="rId30"/>
    <p:sldLayoutId id="2147484021" r:id="rId31"/>
    <p:sldLayoutId id="2147484022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  <p:sldLayoutId id="2147484035" r:id="rId12"/>
    <p:sldLayoutId id="2147484036" r:id="rId13"/>
    <p:sldLayoutId id="2147484037" r:id="rId14"/>
    <p:sldLayoutId id="2147484038" r:id="rId15"/>
    <p:sldLayoutId id="2147484039" r:id="rId16"/>
    <p:sldLayoutId id="2147484040" r:id="rId17"/>
    <p:sldLayoutId id="2147484041" r:id="rId18"/>
    <p:sldLayoutId id="2147484042" r:id="rId19"/>
    <p:sldLayoutId id="2147484043" r:id="rId20"/>
    <p:sldLayoutId id="2147484044" r:id="rId21"/>
    <p:sldLayoutId id="2147484045" r:id="rId22"/>
    <p:sldLayoutId id="2147484046" r:id="rId23"/>
    <p:sldLayoutId id="2147484047" r:id="rId24"/>
    <p:sldLayoutId id="2147484048" r:id="rId25"/>
    <p:sldLayoutId id="2147484049" r:id="rId26"/>
    <p:sldLayoutId id="2147484050" r:id="rId27"/>
    <p:sldLayoutId id="2147484051" r:id="rId28"/>
    <p:sldLayoutId id="2147484052" r:id="rId29"/>
    <p:sldLayoutId id="2147484053" r:id="rId30"/>
    <p:sldLayoutId id="2147484054" r:id="rId31"/>
    <p:sldLayoutId id="2147484055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  <p:sldLayoutId id="2147484068" r:id="rId12"/>
    <p:sldLayoutId id="2147484069" r:id="rId13"/>
    <p:sldLayoutId id="2147484070" r:id="rId14"/>
    <p:sldLayoutId id="2147484071" r:id="rId15"/>
    <p:sldLayoutId id="2147484072" r:id="rId16"/>
    <p:sldLayoutId id="2147484073" r:id="rId17"/>
    <p:sldLayoutId id="2147484074" r:id="rId18"/>
    <p:sldLayoutId id="2147484075" r:id="rId19"/>
    <p:sldLayoutId id="2147484076" r:id="rId20"/>
    <p:sldLayoutId id="2147484077" r:id="rId21"/>
    <p:sldLayoutId id="2147484078" r:id="rId22"/>
    <p:sldLayoutId id="2147484079" r:id="rId23"/>
    <p:sldLayoutId id="2147484080" r:id="rId24"/>
    <p:sldLayoutId id="2147484081" r:id="rId25"/>
    <p:sldLayoutId id="2147484082" r:id="rId26"/>
    <p:sldLayoutId id="2147484083" r:id="rId27"/>
    <p:sldLayoutId id="2147484084" r:id="rId28"/>
    <p:sldLayoutId id="2147484085" r:id="rId29"/>
    <p:sldLayoutId id="2147484086" r:id="rId30"/>
    <p:sldLayoutId id="2147484087" r:id="rId31"/>
    <p:sldLayoutId id="2147484088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0" r:id="rId1"/>
    <p:sldLayoutId id="2147484091" r:id="rId2"/>
    <p:sldLayoutId id="2147484092" r:id="rId3"/>
    <p:sldLayoutId id="2147484093" r:id="rId4"/>
    <p:sldLayoutId id="2147484094" r:id="rId5"/>
    <p:sldLayoutId id="2147484095" r:id="rId6"/>
    <p:sldLayoutId id="2147484096" r:id="rId7"/>
    <p:sldLayoutId id="2147484097" r:id="rId8"/>
    <p:sldLayoutId id="2147484098" r:id="rId9"/>
    <p:sldLayoutId id="2147484099" r:id="rId10"/>
    <p:sldLayoutId id="2147484100" r:id="rId11"/>
    <p:sldLayoutId id="2147484101" r:id="rId12"/>
    <p:sldLayoutId id="2147484102" r:id="rId13"/>
    <p:sldLayoutId id="2147484103" r:id="rId14"/>
    <p:sldLayoutId id="2147484104" r:id="rId15"/>
    <p:sldLayoutId id="2147484105" r:id="rId16"/>
    <p:sldLayoutId id="2147484106" r:id="rId17"/>
    <p:sldLayoutId id="2147484107" r:id="rId18"/>
    <p:sldLayoutId id="2147484108" r:id="rId19"/>
    <p:sldLayoutId id="2147484109" r:id="rId20"/>
    <p:sldLayoutId id="2147484110" r:id="rId21"/>
    <p:sldLayoutId id="2147484111" r:id="rId22"/>
    <p:sldLayoutId id="2147484112" r:id="rId23"/>
    <p:sldLayoutId id="2147484113" r:id="rId24"/>
    <p:sldLayoutId id="2147484114" r:id="rId25"/>
    <p:sldLayoutId id="2147484115" r:id="rId26"/>
    <p:sldLayoutId id="2147484116" r:id="rId27"/>
    <p:sldLayoutId id="2147484117" r:id="rId28"/>
    <p:sldLayoutId id="2147484118" r:id="rId29"/>
    <p:sldLayoutId id="2147484119" r:id="rId30"/>
    <p:sldLayoutId id="2147484120" r:id="rId31"/>
    <p:sldLayoutId id="2147484121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3" r:id="rId1"/>
    <p:sldLayoutId id="2147484124" r:id="rId2"/>
    <p:sldLayoutId id="2147484125" r:id="rId3"/>
    <p:sldLayoutId id="2147484126" r:id="rId4"/>
    <p:sldLayoutId id="2147484127" r:id="rId5"/>
    <p:sldLayoutId id="2147484128" r:id="rId6"/>
    <p:sldLayoutId id="2147484129" r:id="rId7"/>
    <p:sldLayoutId id="2147484130" r:id="rId8"/>
    <p:sldLayoutId id="2147484131" r:id="rId9"/>
    <p:sldLayoutId id="2147484132" r:id="rId10"/>
    <p:sldLayoutId id="2147484133" r:id="rId11"/>
    <p:sldLayoutId id="2147484134" r:id="rId12"/>
    <p:sldLayoutId id="2147484135" r:id="rId13"/>
    <p:sldLayoutId id="2147484136" r:id="rId14"/>
    <p:sldLayoutId id="2147484137" r:id="rId15"/>
    <p:sldLayoutId id="2147484138" r:id="rId16"/>
    <p:sldLayoutId id="2147484139" r:id="rId17"/>
    <p:sldLayoutId id="2147484140" r:id="rId18"/>
    <p:sldLayoutId id="2147484141" r:id="rId19"/>
    <p:sldLayoutId id="2147484142" r:id="rId20"/>
    <p:sldLayoutId id="2147484143" r:id="rId21"/>
    <p:sldLayoutId id="2147484144" r:id="rId22"/>
    <p:sldLayoutId id="2147484145" r:id="rId23"/>
    <p:sldLayoutId id="2147484146" r:id="rId24"/>
    <p:sldLayoutId id="2147484147" r:id="rId25"/>
    <p:sldLayoutId id="2147484148" r:id="rId26"/>
    <p:sldLayoutId id="2147484149" r:id="rId27"/>
    <p:sldLayoutId id="2147484150" r:id="rId28"/>
    <p:sldLayoutId id="2147484151" r:id="rId29"/>
    <p:sldLayoutId id="2147484152" r:id="rId30"/>
    <p:sldLayoutId id="2147484153" r:id="rId31"/>
    <p:sldLayoutId id="2147484154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6" r:id="rId1"/>
    <p:sldLayoutId id="2147484157" r:id="rId2"/>
    <p:sldLayoutId id="2147484158" r:id="rId3"/>
    <p:sldLayoutId id="2147484159" r:id="rId4"/>
    <p:sldLayoutId id="2147484160" r:id="rId5"/>
    <p:sldLayoutId id="2147484161" r:id="rId6"/>
    <p:sldLayoutId id="2147484162" r:id="rId7"/>
    <p:sldLayoutId id="2147484163" r:id="rId8"/>
    <p:sldLayoutId id="2147484164" r:id="rId9"/>
    <p:sldLayoutId id="2147484165" r:id="rId10"/>
    <p:sldLayoutId id="2147484166" r:id="rId11"/>
    <p:sldLayoutId id="2147484167" r:id="rId12"/>
    <p:sldLayoutId id="2147484168" r:id="rId13"/>
    <p:sldLayoutId id="2147484169" r:id="rId14"/>
    <p:sldLayoutId id="2147484170" r:id="rId15"/>
    <p:sldLayoutId id="2147484171" r:id="rId16"/>
    <p:sldLayoutId id="2147484172" r:id="rId17"/>
    <p:sldLayoutId id="2147484173" r:id="rId18"/>
    <p:sldLayoutId id="2147484174" r:id="rId19"/>
    <p:sldLayoutId id="2147484175" r:id="rId20"/>
    <p:sldLayoutId id="2147484176" r:id="rId21"/>
    <p:sldLayoutId id="2147484177" r:id="rId22"/>
    <p:sldLayoutId id="2147484178" r:id="rId23"/>
    <p:sldLayoutId id="2147484179" r:id="rId24"/>
    <p:sldLayoutId id="2147484180" r:id="rId25"/>
    <p:sldLayoutId id="2147484181" r:id="rId26"/>
    <p:sldLayoutId id="2147484182" r:id="rId27"/>
    <p:sldLayoutId id="2147484183" r:id="rId28"/>
    <p:sldLayoutId id="2147484184" r:id="rId29"/>
    <p:sldLayoutId id="2147484185" r:id="rId30"/>
    <p:sldLayoutId id="2147484186" r:id="rId31"/>
    <p:sldLayoutId id="2147484187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/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/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Title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of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rgbClr val="00008C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• Speaker • Slide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  <p:sldLayoutId id="2147484200" r:id="rId12"/>
    <p:sldLayoutId id="2147484201" r:id="rId13"/>
    <p:sldLayoutId id="2147484202" r:id="rId14"/>
    <p:sldLayoutId id="2147484203" r:id="rId15"/>
    <p:sldLayoutId id="2147484204" r:id="rId16"/>
    <p:sldLayoutId id="2147484205" r:id="rId17"/>
    <p:sldLayoutId id="2147484206" r:id="rId18"/>
    <p:sldLayoutId id="2147484207" r:id="rId19"/>
    <p:sldLayoutId id="2147484208" r:id="rId20"/>
    <p:sldLayoutId id="2147484209" r:id="rId21"/>
    <p:sldLayoutId id="2147484210" r:id="rId22"/>
    <p:sldLayoutId id="2147484211" r:id="rId23"/>
    <p:sldLayoutId id="2147484212" r:id="rId24"/>
    <p:sldLayoutId id="2147484213" r:id="rId25"/>
    <p:sldLayoutId id="2147484214" r:id="rId26"/>
    <p:sldLayoutId id="2147484215" r:id="rId27"/>
    <p:sldLayoutId id="2147484216" r:id="rId28"/>
    <p:sldLayoutId id="2147484217" r:id="rId29"/>
    <p:sldLayoutId id="2147484218" r:id="rId30"/>
    <p:sldLayoutId id="2147484219" r:id="rId31"/>
    <p:sldLayoutId id="2147484220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6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880" indent="-17335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413588"/>
            <a:ext cx="10972800" cy="1357605"/>
          </a:xfrm>
        </p:spPr>
        <p:txBody>
          <a:bodyPr/>
          <a:lstStyle/>
          <a:p>
            <a:r>
              <a:rPr lang="en-US" dirty="0"/>
              <a:t>Transfer learning for EEG-based brain anomaly prediction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2920481"/>
            <a:ext cx="10972800" cy="2976465"/>
          </a:xfrm>
        </p:spPr>
        <p:txBody>
          <a:bodyPr anchor="t" anchorCtr="0"/>
          <a:lstStyle/>
          <a:p>
            <a:r>
              <a:rPr lang="en-US" dirty="0"/>
              <a:t>Neural-Networks, Semester Project 10</a:t>
            </a:r>
          </a:p>
          <a:p>
            <a:r>
              <a:rPr lang="en-US" dirty="0"/>
              <a:t>Advisor: Dr. </a:t>
            </a:r>
            <a:r>
              <a:rPr lang="en-US" dirty="0" err="1"/>
              <a:t>Hongliu</a:t>
            </a:r>
            <a:r>
              <a:rPr lang="en-US" dirty="0"/>
              <a:t> Yang</a:t>
            </a:r>
          </a:p>
          <a:p>
            <a:r>
              <a:rPr lang="en-US" dirty="0"/>
              <a:t>Team:     Jaykishan Jekesh Solanki</a:t>
            </a:r>
          </a:p>
          <a:p>
            <a:r>
              <a:rPr lang="en-US" dirty="0"/>
              <a:t> 	  Jeyoon Ahn</a:t>
            </a:r>
          </a:p>
          <a:p>
            <a:r>
              <a:rPr lang="en-US" dirty="0"/>
              <a:t>	  Khareba Grdzelishvili</a:t>
            </a:r>
          </a:p>
          <a:p>
            <a:r>
              <a:rPr lang="en-US" dirty="0"/>
              <a:t> 	  Lorenz Lorenzen 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Project 10: Transfer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76362"/>
            <a:ext cx="10972801" cy="4105275"/>
          </a:xfrm>
        </p:spPr>
        <p:txBody>
          <a:bodyPr/>
          <a:lstStyle/>
          <a:p>
            <a:r>
              <a:rPr lang="en-US" altLang="ko-KR" b="1" dirty="0"/>
              <a:t>Why transfer learning?</a:t>
            </a:r>
            <a:endParaRPr lang="en-US" altLang="ko-KR" dirty="0"/>
          </a:p>
          <a:p>
            <a:r>
              <a:rPr lang="en-US" altLang="ko-KR" sz="1600" dirty="0"/>
              <a:t>Transfer learning allows us to apply deep learning algorithms to niche problems such as EEG detection, where it would otherwise be difficult to develop and train problem-specific models.</a:t>
            </a:r>
          </a:p>
          <a:p>
            <a:r>
              <a:rPr lang="en-US" altLang="ko-KR" sz="1600" dirty="0"/>
              <a:t>Transfer learning should be particularly advantageous for seizure detection, as datasets are usually insufficient to train a deep learning model from scratch.</a:t>
            </a:r>
          </a:p>
          <a:p>
            <a:r>
              <a:rPr lang="en-US" altLang="ko-KR" b="1" dirty="0"/>
              <a:t>Goal of this Project</a:t>
            </a:r>
            <a:endParaRPr lang="en-US" altLang="ko-KR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Apply deep learning models to EEG data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Investigate the advantages of transfer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AC916-19FA-8323-4EE2-B7C951EDB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841AD-A073-54AD-204E-20F6AFC1E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Transfer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A5EC7-3594-530E-43A7-89625C36E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04593"/>
            <a:ext cx="4307633" cy="4105275"/>
          </a:xfrm>
        </p:spPr>
        <p:txBody>
          <a:bodyPr/>
          <a:lstStyle/>
          <a:p>
            <a:r>
              <a:rPr lang="en-US" altLang="ko-KR" b="1" dirty="0"/>
              <a:t>What is Transfer Learning?</a:t>
            </a:r>
            <a:endParaRPr lang="en-US" altLang="ko-KR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Reusing a model pretrained on a large dataset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ImageNet models learn general features such as edges and patterns</a:t>
            </a:r>
          </a:p>
        </p:txBody>
      </p:sp>
      <p:pic>
        <p:nvPicPr>
          <p:cNvPr id="5" name="Picture 4" descr="A diagram of a machine learning">
            <a:extLst>
              <a:ext uri="{FF2B5EF4-FFF2-40B4-BE49-F238E27FC236}">
                <a16:creationId xmlns:a16="http://schemas.microsoft.com/office/drawing/2014/main" id="{7A39573C-4ACE-35F3-D0C5-890C389FC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392" y="1504593"/>
            <a:ext cx="6141047" cy="40940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DA807A-CED3-FC7F-E3AD-46F7D6E987B5}"/>
              </a:ext>
            </a:extLst>
          </p:cNvPr>
          <p:cNvSpPr txBox="1"/>
          <p:nvPr/>
        </p:nvSpPr>
        <p:spPr>
          <a:xfrm>
            <a:off x="5670958" y="5598624"/>
            <a:ext cx="6054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H. Yang and R. Tetzlaff, "Epileptic seizure prediction: Transfer learning with compact AI models," in 2025 IEEE 7th International Conference on Artificial Intelligence Circuits and Systems (AICAS), 2025, </a:t>
            </a:r>
            <a:r>
              <a:rPr lang="en-US" sz="1200" i="1" dirty="0" err="1"/>
              <a:t>doi</a:t>
            </a:r>
            <a:r>
              <a:rPr lang="en-US" sz="1200" i="1" dirty="0"/>
              <a:t>: 10.1109/AICAS64808.2025.11173126.</a:t>
            </a:r>
          </a:p>
        </p:txBody>
      </p:sp>
    </p:spTree>
    <p:extLst>
      <p:ext uri="{BB962C8B-B14F-4D97-AF65-F5344CB8AC3E}">
        <p14:creationId xmlns:p14="http://schemas.microsoft.com/office/powerpoint/2010/main" val="2923331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0B014-86B4-6B93-4272-791FEB7DE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66C40-0AE0-B13A-86A5-7B8673128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73A2B-F37B-F054-29FE-10E61CBCF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6362"/>
            <a:ext cx="10972801" cy="4105275"/>
          </a:xfrm>
        </p:spPr>
        <p:txBody>
          <a:bodyPr/>
          <a:lstStyle/>
          <a:p>
            <a:r>
              <a:rPr lang="en-US" altLang="ko-KR" b="1" dirty="0"/>
              <a:t>EEG Dataset</a:t>
            </a:r>
            <a:endParaRPr lang="en-US" altLang="ko-KR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sz="1600" dirty="0"/>
              <a:t>EEG recordings from dogs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Two classes: seizure (ictal) and non-seizure (interictal)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1-second clips, 16 channels, 400 Hz sampling rate</a:t>
            </a:r>
          </a:p>
          <a:p>
            <a:r>
              <a:rPr lang="en-US" altLang="ko-KR" b="1" dirty="0"/>
              <a:t>Challenges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Limited dataset size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Strong class imbalance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High temporal dependency</a:t>
            </a:r>
          </a:p>
        </p:txBody>
      </p:sp>
      <p:pic>
        <p:nvPicPr>
          <p:cNvPr id="13" name="Picture 12" descr="A graph of a graph&#10;&#10;AI-generated content may be incorrect.">
            <a:extLst>
              <a:ext uri="{FF2B5EF4-FFF2-40B4-BE49-F238E27FC236}">
                <a16:creationId xmlns:a16="http://schemas.microsoft.com/office/drawing/2014/main" id="{2686421F-A9D9-AF25-9512-B78CA75EF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576" y="732241"/>
            <a:ext cx="4274013" cy="2696758"/>
          </a:xfrm>
          <a:prstGeom prst="rect">
            <a:avLst/>
          </a:prstGeom>
        </p:spPr>
      </p:pic>
      <p:pic>
        <p:nvPicPr>
          <p:cNvPr id="15" name="Picture 14" descr="A graph of a graph&#10;&#10;AI-generated content may be incorrect.">
            <a:extLst>
              <a:ext uri="{FF2B5EF4-FFF2-40B4-BE49-F238E27FC236}">
                <a16:creationId xmlns:a16="http://schemas.microsoft.com/office/drawing/2014/main" id="{39844938-47D2-1F60-CD33-B3D06CED66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575" y="3752848"/>
            <a:ext cx="4274013" cy="269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710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D3BAD-ABF4-1DBC-303F-CC0F71B59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0F2C0-2172-BFE7-DA2D-44796703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EEG Data to Image Conversion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E03FE-2467-F24A-672B-D76755DC8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301630"/>
            <a:ext cx="5847184" cy="4940462"/>
          </a:xfrm>
        </p:spPr>
        <p:txBody>
          <a:bodyPr/>
          <a:lstStyle/>
          <a:p>
            <a:r>
              <a:rPr lang="en-US" altLang="ko-KR" sz="1800" b="1" dirty="0"/>
              <a:t>Converter A</a:t>
            </a:r>
            <a:endParaRPr lang="en-US" altLang="ko-KR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Simple temporal down-sampling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Limited temporal information</a:t>
            </a:r>
          </a:p>
          <a:p>
            <a:r>
              <a:rPr lang="en-US" altLang="ko-KR" sz="1800" b="1" dirty="0"/>
              <a:t>Converter B</a:t>
            </a:r>
            <a:endParaRPr lang="en-US" altLang="ko-KR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Temporal shifting and stacking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Richer temporal representation</a:t>
            </a:r>
          </a:p>
          <a:p>
            <a:r>
              <a:rPr lang="en-US" altLang="ko-KR" sz="1800" b="1" dirty="0"/>
              <a:t>FFT Conversion</a:t>
            </a:r>
            <a:endParaRPr lang="en-US" altLang="ko-KR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Converting the time-domain data to frequency-domain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Possibility to extract more information from the data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DE13F10B-F417-CD1C-421E-1A56677FE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878" y="1887130"/>
            <a:ext cx="4739883" cy="37694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D4B020-7F8A-CD69-78CE-EFB5AD14AF3F}"/>
              </a:ext>
            </a:extLst>
          </p:cNvPr>
          <p:cNvSpPr txBox="1"/>
          <p:nvPr/>
        </p:nvSpPr>
        <p:spPr>
          <a:xfrm>
            <a:off x="5729681" y="5799150"/>
            <a:ext cx="6054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H. Yang and R. Tetzlaff, "Epileptic seizure prediction: Transfer learning with compact AI models," in 2025 IEEE 7th International Conference on Artificial Intelligence Circuits and Systems (AICAS), 2025, </a:t>
            </a:r>
            <a:r>
              <a:rPr lang="en-US" sz="1200" i="1" dirty="0" err="1"/>
              <a:t>doi</a:t>
            </a:r>
            <a:r>
              <a:rPr lang="en-US" sz="1200" i="1" dirty="0"/>
              <a:t>: 10.1109/AICAS64808.2025.11173126.</a:t>
            </a:r>
          </a:p>
        </p:txBody>
      </p:sp>
    </p:spTree>
    <p:extLst>
      <p:ext uri="{BB962C8B-B14F-4D97-AF65-F5344CB8AC3E}">
        <p14:creationId xmlns:p14="http://schemas.microsoft.com/office/powerpoint/2010/main" val="584230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4FDA3-D40F-C56A-F4A4-9DA73E25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973F5-43C0-077E-C59D-0E2FE8DB5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– Performance Comparison of </a:t>
            </a:r>
            <a:r>
              <a:rPr lang="en-US" b="1" dirty="0" err="1"/>
              <a:t>ShuffleNet</a:t>
            </a:r>
            <a:endParaRPr lang="en-US" b="1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E2577B6-D906-2037-C66C-8D6F6314E9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9392079"/>
              </p:ext>
            </p:extLst>
          </p:nvPr>
        </p:nvGraphicFramePr>
        <p:xfrm>
          <a:off x="4124131" y="1175657"/>
          <a:ext cx="7878147" cy="2519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37914B2-BB3C-A143-9644-714F505BA4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0109338"/>
              </p:ext>
            </p:extLst>
          </p:nvPr>
        </p:nvGraphicFramePr>
        <p:xfrm>
          <a:off x="4124131" y="3694922"/>
          <a:ext cx="7878147" cy="2519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976A690-38F6-8B33-CAE3-431CD8341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095799"/>
              </p:ext>
            </p:extLst>
          </p:nvPr>
        </p:nvGraphicFramePr>
        <p:xfrm>
          <a:off x="609600" y="1682782"/>
          <a:ext cx="2911642" cy="40242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593348">
                  <a:extLst>
                    <a:ext uri="{9D8B030D-6E8A-4147-A177-3AD203B41FA5}">
                      <a16:colId xmlns:a16="http://schemas.microsoft.com/office/drawing/2014/main" val="894427270"/>
                    </a:ext>
                  </a:extLst>
                </a:gridCol>
                <a:gridCol w="1318294">
                  <a:extLst>
                    <a:ext uri="{9D8B030D-6E8A-4147-A177-3AD203B41FA5}">
                      <a16:colId xmlns:a16="http://schemas.microsoft.com/office/drawing/2014/main" val="1720375683"/>
                    </a:ext>
                  </a:extLst>
                </a:gridCol>
              </a:tblGrid>
              <a:tr h="50303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Accuracy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68785720"/>
                  </a:ext>
                </a:extLst>
              </a:tr>
              <a:tr h="5030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Converter 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0.67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660673"/>
                  </a:ext>
                </a:extLst>
              </a:tr>
              <a:tr h="5030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Converter 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0.7292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681371"/>
                  </a:ext>
                </a:extLst>
              </a:tr>
              <a:tr h="5030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Frozen Backbone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0.8542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5292316"/>
                  </a:ext>
                </a:extLst>
              </a:tr>
              <a:tr h="5030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Classification Head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0.875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8579095"/>
                  </a:ext>
                </a:extLst>
              </a:tr>
              <a:tr h="5030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Unfrozen Backbone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0.8542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3821118"/>
                  </a:ext>
                </a:extLst>
              </a:tr>
              <a:tr h="5030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Scratch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0.7083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888491"/>
                  </a:ext>
                </a:extLst>
              </a:tr>
              <a:tr h="5030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FFT Converter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0.9357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263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7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CD47F-6F93-57B5-84DB-73A7EB970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B52B0-51A2-7272-9DCC-C38A5EDCF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543AE-655D-6267-3149-95E1588E6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07229"/>
            <a:ext cx="10972801" cy="4105275"/>
          </a:xfrm>
        </p:spPr>
        <p:txBody>
          <a:bodyPr/>
          <a:lstStyle/>
          <a:p>
            <a:r>
              <a:rPr lang="en-US" altLang="ko-KR" b="1" dirty="0"/>
              <a:t>Results of the study</a:t>
            </a:r>
            <a:endParaRPr lang="en-US" altLang="ko-KR" dirty="0"/>
          </a:p>
          <a:p>
            <a:r>
              <a:rPr lang="en-US" altLang="ko-KR" dirty="0"/>
              <a:t>The results affirm our suspicion that transfer learning is advantageous over training models from scratch when it comes to limited datasets</a:t>
            </a:r>
          </a:p>
          <a:p>
            <a:r>
              <a:rPr lang="en-US" altLang="ko-KR" b="1" dirty="0"/>
              <a:t>Interpretation</a:t>
            </a:r>
          </a:p>
          <a:p>
            <a:r>
              <a:rPr lang="en-US" altLang="ko-KR" dirty="0"/>
              <a:t>The results of transfer learning can be further enhanced by using different data conversion methods.</a:t>
            </a:r>
          </a:p>
        </p:txBody>
      </p:sp>
    </p:spTree>
    <p:extLst>
      <p:ext uri="{BB962C8B-B14F-4D97-AF65-F5344CB8AC3E}">
        <p14:creationId xmlns:p14="http://schemas.microsoft.com/office/powerpoint/2010/main" val="3322642457"/>
      </p:ext>
    </p:extLst>
  </p:cSld>
  <p:clrMapOvr>
    <a:masterClrMapping/>
  </p:clrMapOvr>
</p:sld>
</file>

<file path=ppt/theme/theme1.xml><?xml version="1.0" encoding="utf-8"?>
<a:theme xmlns:a="http://schemas.openxmlformats.org/drawingml/2006/main" name="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iten mit Shape variabel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_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8_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1_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2_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3_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TUD Standard_20 pt">
  <a:themeElements>
    <a:clrScheme name="Farbset dunkel TUD CD">
      <a:dk1>
        <a:sysClr val="windowText" lastClr="000000"/>
      </a:dk1>
      <a:lt1>
        <a:sysClr val="window" lastClr="FFFFFF"/>
      </a:lt1>
      <a:dk2>
        <a:srgbClr val="00008C"/>
      </a:dk2>
      <a:lt2>
        <a:srgbClr val="FFFFFF"/>
      </a:lt2>
      <a:accent1>
        <a:srgbClr val="7369BE"/>
      </a:accent1>
      <a:accent2>
        <a:srgbClr val="BC1589"/>
      </a:accent2>
      <a:accent3>
        <a:srgbClr val="C85000"/>
      </a:accent3>
      <a:accent4>
        <a:srgbClr val="FFC700"/>
      </a:accent4>
      <a:accent5>
        <a:srgbClr val="2F57B2"/>
      </a:accent5>
      <a:accent6>
        <a:srgbClr val="0A777F"/>
      </a:accent6>
      <a:hlink>
        <a:srgbClr val="00008C"/>
      </a:hlink>
      <a:folHlink>
        <a:srgbClr val="00008C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2998</TotalTime>
  <Words>385</Words>
  <Application>Microsoft Office PowerPoint</Application>
  <PresentationFormat>Widescreen</PresentationFormat>
  <Paragraphs>64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7</vt:i4>
      </vt:variant>
    </vt:vector>
  </HeadingPairs>
  <TitlesOfParts>
    <vt:vector size="35" baseType="lpstr">
      <vt:lpstr>Aptos Narrow</vt:lpstr>
      <vt:lpstr>Arial</vt:lpstr>
      <vt:lpstr>Calibri</vt:lpstr>
      <vt:lpstr>Noto Sans</vt:lpstr>
      <vt:lpstr>Noto Sans Medium</vt:lpstr>
      <vt:lpstr>Noto Serif</vt:lpstr>
      <vt:lpstr>Noto Serif Light</vt:lpstr>
      <vt:lpstr>Open Sans</vt:lpstr>
      <vt:lpstr>Symbol</vt:lpstr>
      <vt:lpstr>Wingdings</vt:lpstr>
      <vt:lpstr>TUD Standard_20 pt</vt:lpstr>
      <vt:lpstr>Seiten mit Shape variabel</vt:lpstr>
      <vt:lpstr>1_TUD Standard_20 pt</vt:lpstr>
      <vt:lpstr>2_TUD Standard_20 pt</vt:lpstr>
      <vt:lpstr>3_TUD Standard_20 pt</vt:lpstr>
      <vt:lpstr>4_TUD Standard_20 pt</vt:lpstr>
      <vt:lpstr>6_TUD Standard_20 pt</vt:lpstr>
      <vt:lpstr>5_TUD Standard_20 pt</vt:lpstr>
      <vt:lpstr>7_TUD Standard_20 pt</vt:lpstr>
      <vt:lpstr>9_TUD Standard_20 pt</vt:lpstr>
      <vt:lpstr>10_TUD Standard_20 pt</vt:lpstr>
      <vt:lpstr>8_TUD Standard_20 pt</vt:lpstr>
      <vt:lpstr>11_TUD Standard_20 pt</vt:lpstr>
      <vt:lpstr>12_TUD Standard_20 pt</vt:lpstr>
      <vt:lpstr>13_TUD Standard_20 pt</vt:lpstr>
      <vt:lpstr>14_TUD Standard_20 pt</vt:lpstr>
      <vt:lpstr>15_TUD Standard_20 pt</vt:lpstr>
      <vt:lpstr>16_TUD Standard_20 pt</vt:lpstr>
      <vt:lpstr>Transfer learning for EEG-based brain anomaly prediction </vt:lpstr>
      <vt:lpstr>Project Introduction </vt:lpstr>
      <vt:lpstr>What is Transfer Learning</vt:lpstr>
      <vt:lpstr>Dataset Overview</vt:lpstr>
      <vt:lpstr>EEG Data to Image Conversion Methods</vt:lpstr>
      <vt:lpstr>Results – Performance Comparison of ShuffleNet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TUD Presentation Template Format 16:9</dc:title>
  <dc:creator>Puhlfürst,Ulrich</dc:creator>
  <cp:lastModifiedBy>3a591cb0, 53e75187</cp:lastModifiedBy>
  <cp:revision>33</cp:revision>
  <dcterms:created xsi:type="dcterms:W3CDTF">2025-12-02T14:13:00Z</dcterms:created>
  <dcterms:modified xsi:type="dcterms:W3CDTF">2026-01-30T14:06:49Z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9E7A414CCD04496D8E07A99895B846A9_11</vt:lpwstr>
  </property>
  <property fmtid="{D5CDD505-2E9C-101B-9397-08002B2CF9AE}" pid="3" name="KSOProductBuildVer">
    <vt:lpwstr>1033-12.2.0.23196</vt:lpwstr>
  </property>
</Properties>
</file>